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520" autoAdjust="0"/>
  </p:normalViewPr>
  <p:slideViewPr>
    <p:cSldViewPr snapToGrid="0">
      <p:cViewPr varScale="1">
        <p:scale>
          <a:sx n="54" d="100"/>
          <a:sy n="54" d="100"/>
        </p:scale>
        <p:origin x="13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49956C-7353-4CBE-8FB6-D434983E8220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684095-6F2E-42E4-BC54-0475BD2E6B7C}">
      <dgm:prSet phldrT="[Text]"/>
      <dgm:spPr>
        <a:solidFill>
          <a:schemeClr val="bg2"/>
        </a:solidFill>
      </dgm:spPr>
      <dgm:t>
        <a:bodyPr/>
        <a:lstStyle/>
        <a:p>
          <a:pPr>
            <a:buNone/>
          </a:pPr>
          <a:r>
            <a:rPr lang="en-US" b="1" dirty="0"/>
            <a:t>Introduction &amp; Motivation</a:t>
          </a:r>
          <a:endParaRPr lang="en-US" dirty="0"/>
        </a:p>
      </dgm:t>
    </dgm:pt>
    <dgm:pt modelId="{2EBBBF32-429B-4894-B0DB-093B1CD4A43C}" type="parTrans" cxnId="{5214C838-E7A2-4DC8-9C6C-159FB29A3E79}">
      <dgm:prSet/>
      <dgm:spPr/>
      <dgm:t>
        <a:bodyPr/>
        <a:lstStyle/>
        <a:p>
          <a:endParaRPr lang="en-US"/>
        </a:p>
      </dgm:t>
    </dgm:pt>
    <dgm:pt modelId="{833369A2-0C2C-41CA-81EC-F64F437AE937}" type="sibTrans" cxnId="{5214C838-E7A2-4DC8-9C6C-159FB29A3E79}">
      <dgm:prSet/>
      <dgm:spPr/>
      <dgm:t>
        <a:bodyPr/>
        <a:lstStyle/>
        <a:p>
          <a:endParaRPr lang="en-US"/>
        </a:p>
      </dgm:t>
    </dgm:pt>
    <dgm:pt modelId="{060CBD45-03B1-4BBE-863B-2198B9CEFD9E}">
      <dgm:prSet phldrT="[Text]"/>
      <dgm:spPr>
        <a:solidFill>
          <a:schemeClr val="bg2"/>
        </a:solidFill>
      </dgm:spPr>
      <dgm:t>
        <a:bodyPr/>
        <a:lstStyle/>
        <a:p>
          <a:pPr>
            <a:buNone/>
          </a:pPr>
          <a:r>
            <a:rPr lang="en-US" b="1" dirty="0"/>
            <a:t>Block Diagram &amp; Circuit</a:t>
          </a:r>
          <a:endParaRPr lang="en-US" dirty="0"/>
        </a:p>
      </dgm:t>
    </dgm:pt>
    <dgm:pt modelId="{5BE7FE77-C67F-49D9-B7B6-354510E951F5}" type="parTrans" cxnId="{A4B9C4E5-4D4C-4825-AD24-C53E2E198AF3}">
      <dgm:prSet/>
      <dgm:spPr/>
      <dgm:t>
        <a:bodyPr/>
        <a:lstStyle/>
        <a:p>
          <a:endParaRPr lang="en-US"/>
        </a:p>
      </dgm:t>
    </dgm:pt>
    <dgm:pt modelId="{C82936A2-958A-43A8-A833-9FF09BF118B1}" type="sibTrans" cxnId="{A4B9C4E5-4D4C-4825-AD24-C53E2E198AF3}">
      <dgm:prSet/>
      <dgm:spPr/>
      <dgm:t>
        <a:bodyPr/>
        <a:lstStyle/>
        <a:p>
          <a:endParaRPr lang="en-US"/>
        </a:p>
      </dgm:t>
    </dgm:pt>
    <dgm:pt modelId="{88EF571C-91AA-4FA2-AD32-9349F126C997}">
      <dgm:prSet phldrT="[Text]"/>
      <dgm:spPr>
        <a:solidFill>
          <a:schemeClr val="bg2"/>
        </a:solidFill>
      </dgm:spPr>
      <dgm:t>
        <a:bodyPr/>
        <a:lstStyle/>
        <a:p>
          <a:pPr>
            <a:buNone/>
          </a:pPr>
          <a:r>
            <a:rPr lang="en-US" b="1" dirty="0"/>
            <a:t>Technologies Used</a:t>
          </a:r>
          <a:endParaRPr lang="en-US" dirty="0"/>
        </a:p>
      </dgm:t>
    </dgm:pt>
    <dgm:pt modelId="{1E4F583E-82CE-4104-B1A3-427FFCC40D01}" type="parTrans" cxnId="{2182352F-93D4-47B3-87D0-BC2C8BAB5203}">
      <dgm:prSet/>
      <dgm:spPr/>
      <dgm:t>
        <a:bodyPr/>
        <a:lstStyle/>
        <a:p>
          <a:endParaRPr lang="en-US"/>
        </a:p>
      </dgm:t>
    </dgm:pt>
    <dgm:pt modelId="{1CF95433-DE53-41C4-BE29-D7B1E8239F31}" type="sibTrans" cxnId="{2182352F-93D4-47B3-87D0-BC2C8BAB5203}">
      <dgm:prSet/>
      <dgm:spPr/>
      <dgm:t>
        <a:bodyPr/>
        <a:lstStyle/>
        <a:p>
          <a:endParaRPr lang="en-US"/>
        </a:p>
      </dgm:t>
    </dgm:pt>
    <dgm:pt modelId="{714F8CEB-6147-4950-AF35-00796DD07DBA}">
      <dgm:prSet phldrT="[Text]"/>
      <dgm:spPr>
        <a:solidFill>
          <a:schemeClr val="bg2"/>
        </a:solidFill>
      </dgm:spPr>
      <dgm:t>
        <a:bodyPr/>
        <a:lstStyle/>
        <a:p>
          <a:pPr>
            <a:buNone/>
          </a:pPr>
          <a:r>
            <a:rPr lang="en-US" b="1" dirty="0"/>
            <a:t>Uniqueness &amp; Innovation</a:t>
          </a:r>
          <a:endParaRPr lang="en-US" dirty="0"/>
        </a:p>
      </dgm:t>
    </dgm:pt>
    <dgm:pt modelId="{1B31A378-AD27-4B1A-9070-40562C9B3B39}" type="parTrans" cxnId="{B1A15365-6D4C-4BBE-86D7-FC4688C047B9}">
      <dgm:prSet/>
      <dgm:spPr/>
      <dgm:t>
        <a:bodyPr/>
        <a:lstStyle/>
        <a:p>
          <a:endParaRPr lang="en-US"/>
        </a:p>
      </dgm:t>
    </dgm:pt>
    <dgm:pt modelId="{0AE0930C-B182-4197-8A3D-F024EDF62D15}" type="sibTrans" cxnId="{B1A15365-6D4C-4BBE-86D7-FC4688C047B9}">
      <dgm:prSet/>
      <dgm:spPr/>
      <dgm:t>
        <a:bodyPr/>
        <a:lstStyle/>
        <a:p>
          <a:endParaRPr lang="en-US"/>
        </a:p>
      </dgm:t>
    </dgm:pt>
    <dgm:pt modelId="{76034C50-5834-4160-80D0-0C4214498AAE}">
      <dgm:prSet phldrT="[Text]"/>
      <dgm:spPr>
        <a:solidFill>
          <a:schemeClr val="bg2"/>
        </a:solidFill>
      </dgm:spPr>
      <dgm:t>
        <a:bodyPr/>
        <a:lstStyle/>
        <a:p>
          <a:pPr>
            <a:buNone/>
          </a:pPr>
          <a:r>
            <a:rPr lang="en-US" b="1" dirty="0"/>
            <a:t>Impact, Feasibility &amp; Conclusion</a:t>
          </a:r>
          <a:endParaRPr lang="en-US" dirty="0"/>
        </a:p>
      </dgm:t>
    </dgm:pt>
    <dgm:pt modelId="{6AED1D64-83AB-4B3F-9FE9-358AE78E9128}" type="parTrans" cxnId="{470272CB-23FB-46AF-B50E-11F62541B158}">
      <dgm:prSet/>
      <dgm:spPr/>
      <dgm:t>
        <a:bodyPr/>
        <a:lstStyle/>
        <a:p>
          <a:endParaRPr lang="en-US"/>
        </a:p>
      </dgm:t>
    </dgm:pt>
    <dgm:pt modelId="{1DA8193E-86A6-4B44-910D-A1DC9671A75F}" type="sibTrans" cxnId="{470272CB-23FB-46AF-B50E-11F62541B158}">
      <dgm:prSet/>
      <dgm:spPr/>
      <dgm:t>
        <a:bodyPr/>
        <a:lstStyle/>
        <a:p>
          <a:endParaRPr lang="en-US"/>
        </a:p>
      </dgm:t>
    </dgm:pt>
    <dgm:pt modelId="{43FA29DD-EFA7-4A38-92EF-ADA1275C34C2}">
      <dgm:prSet/>
      <dgm:spPr>
        <a:solidFill>
          <a:schemeClr val="bg2"/>
        </a:solidFill>
      </dgm:spPr>
      <dgm:t>
        <a:bodyPr/>
        <a:lstStyle/>
        <a:p>
          <a:pPr>
            <a:buNone/>
          </a:pPr>
          <a:r>
            <a:rPr lang="en-US" b="1"/>
            <a:t>References &amp; Q&amp;A</a:t>
          </a:r>
        </a:p>
      </dgm:t>
    </dgm:pt>
    <dgm:pt modelId="{ED0ED3AE-E476-48A0-AC52-9D22145BDE66}" type="parTrans" cxnId="{334F6424-F1E4-40C7-AB76-7D5F4F9E0FAA}">
      <dgm:prSet/>
      <dgm:spPr/>
      <dgm:t>
        <a:bodyPr/>
        <a:lstStyle/>
        <a:p>
          <a:endParaRPr lang="en-US"/>
        </a:p>
      </dgm:t>
    </dgm:pt>
    <dgm:pt modelId="{DE917055-4686-4353-BA8C-64A674365758}" type="sibTrans" cxnId="{334F6424-F1E4-40C7-AB76-7D5F4F9E0FAA}">
      <dgm:prSet/>
      <dgm:spPr/>
      <dgm:t>
        <a:bodyPr/>
        <a:lstStyle/>
        <a:p>
          <a:endParaRPr lang="en-US"/>
        </a:p>
      </dgm:t>
    </dgm:pt>
    <dgm:pt modelId="{97B9368B-3E7A-4860-BB23-35F257008907}" type="pres">
      <dgm:prSet presAssocID="{E449956C-7353-4CBE-8FB6-D434983E8220}" presName="diagram" presStyleCnt="0">
        <dgm:presLayoutVars>
          <dgm:dir/>
          <dgm:resizeHandles val="exact"/>
        </dgm:presLayoutVars>
      </dgm:prSet>
      <dgm:spPr/>
    </dgm:pt>
    <dgm:pt modelId="{C2D87EF8-1862-4235-97C1-DC71200365FD}" type="pres">
      <dgm:prSet presAssocID="{51684095-6F2E-42E4-BC54-0475BD2E6B7C}" presName="node" presStyleLbl="node1" presStyleIdx="0" presStyleCnt="6">
        <dgm:presLayoutVars>
          <dgm:bulletEnabled val="1"/>
        </dgm:presLayoutVars>
      </dgm:prSet>
      <dgm:spPr/>
    </dgm:pt>
    <dgm:pt modelId="{0E3B57F0-E434-498E-A0E5-0571FB79C733}" type="pres">
      <dgm:prSet presAssocID="{833369A2-0C2C-41CA-81EC-F64F437AE937}" presName="sibTrans" presStyleCnt="0"/>
      <dgm:spPr/>
    </dgm:pt>
    <dgm:pt modelId="{C97DA99E-7E26-40E6-82E2-4B8D4198D707}" type="pres">
      <dgm:prSet presAssocID="{060CBD45-03B1-4BBE-863B-2198B9CEFD9E}" presName="node" presStyleLbl="node1" presStyleIdx="1" presStyleCnt="6">
        <dgm:presLayoutVars>
          <dgm:bulletEnabled val="1"/>
        </dgm:presLayoutVars>
      </dgm:prSet>
      <dgm:spPr/>
    </dgm:pt>
    <dgm:pt modelId="{F5E55650-610F-4F79-BB63-969E84317DCE}" type="pres">
      <dgm:prSet presAssocID="{C82936A2-958A-43A8-A833-9FF09BF118B1}" presName="sibTrans" presStyleCnt="0"/>
      <dgm:spPr/>
    </dgm:pt>
    <dgm:pt modelId="{A72F713E-BAE5-40C1-B6CA-4030A458DE38}" type="pres">
      <dgm:prSet presAssocID="{88EF571C-91AA-4FA2-AD32-9349F126C997}" presName="node" presStyleLbl="node1" presStyleIdx="2" presStyleCnt="6">
        <dgm:presLayoutVars>
          <dgm:bulletEnabled val="1"/>
        </dgm:presLayoutVars>
      </dgm:prSet>
      <dgm:spPr/>
    </dgm:pt>
    <dgm:pt modelId="{99933A49-AABA-48FE-A246-4E613CBDDA55}" type="pres">
      <dgm:prSet presAssocID="{1CF95433-DE53-41C4-BE29-D7B1E8239F31}" presName="sibTrans" presStyleCnt="0"/>
      <dgm:spPr/>
    </dgm:pt>
    <dgm:pt modelId="{87736930-237D-4D9E-90BE-8C672DBF7D85}" type="pres">
      <dgm:prSet presAssocID="{714F8CEB-6147-4950-AF35-00796DD07DBA}" presName="node" presStyleLbl="node1" presStyleIdx="3" presStyleCnt="6">
        <dgm:presLayoutVars>
          <dgm:bulletEnabled val="1"/>
        </dgm:presLayoutVars>
      </dgm:prSet>
      <dgm:spPr/>
    </dgm:pt>
    <dgm:pt modelId="{EB3FF159-3812-4262-B98A-0949A9247E48}" type="pres">
      <dgm:prSet presAssocID="{0AE0930C-B182-4197-8A3D-F024EDF62D15}" presName="sibTrans" presStyleCnt="0"/>
      <dgm:spPr/>
    </dgm:pt>
    <dgm:pt modelId="{254465C2-2E82-45C5-8FD4-03AE30601A50}" type="pres">
      <dgm:prSet presAssocID="{76034C50-5834-4160-80D0-0C4214498AAE}" presName="node" presStyleLbl="node1" presStyleIdx="4" presStyleCnt="6">
        <dgm:presLayoutVars>
          <dgm:bulletEnabled val="1"/>
        </dgm:presLayoutVars>
      </dgm:prSet>
      <dgm:spPr/>
    </dgm:pt>
    <dgm:pt modelId="{D1132353-C663-4AE7-9248-F52B0073D364}" type="pres">
      <dgm:prSet presAssocID="{1DA8193E-86A6-4B44-910D-A1DC9671A75F}" presName="sibTrans" presStyleCnt="0"/>
      <dgm:spPr/>
    </dgm:pt>
    <dgm:pt modelId="{572F7794-913D-4467-B138-4D38F05185AE}" type="pres">
      <dgm:prSet presAssocID="{43FA29DD-EFA7-4A38-92EF-ADA1275C34C2}" presName="node" presStyleLbl="node1" presStyleIdx="5" presStyleCnt="6">
        <dgm:presLayoutVars>
          <dgm:bulletEnabled val="1"/>
        </dgm:presLayoutVars>
      </dgm:prSet>
      <dgm:spPr/>
    </dgm:pt>
  </dgm:ptLst>
  <dgm:cxnLst>
    <dgm:cxn modelId="{E9729602-0D57-4254-8B81-E02592A6A8A2}" type="presOf" srcId="{76034C50-5834-4160-80D0-0C4214498AAE}" destId="{254465C2-2E82-45C5-8FD4-03AE30601A50}" srcOrd="0" destOrd="0" presId="urn:microsoft.com/office/officeart/2005/8/layout/default"/>
    <dgm:cxn modelId="{0B33AF13-85BF-496D-9BE7-BE96201CD35B}" type="presOf" srcId="{060CBD45-03B1-4BBE-863B-2198B9CEFD9E}" destId="{C97DA99E-7E26-40E6-82E2-4B8D4198D707}" srcOrd="0" destOrd="0" presId="urn:microsoft.com/office/officeart/2005/8/layout/default"/>
    <dgm:cxn modelId="{22626023-9AEC-4920-BC4F-32137DA13D16}" type="presOf" srcId="{51684095-6F2E-42E4-BC54-0475BD2E6B7C}" destId="{C2D87EF8-1862-4235-97C1-DC71200365FD}" srcOrd="0" destOrd="0" presId="urn:microsoft.com/office/officeart/2005/8/layout/default"/>
    <dgm:cxn modelId="{334F6424-F1E4-40C7-AB76-7D5F4F9E0FAA}" srcId="{E449956C-7353-4CBE-8FB6-D434983E8220}" destId="{43FA29DD-EFA7-4A38-92EF-ADA1275C34C2}" srcOrd="5" destOrd="0" parTransId="{ED0ED3AE-E476-48A0-AC52-9D22145BDE66}" sibTransId="{DE917055-4686-4353-BA8C-64A674365758}"/>
    <dgm:cxn modelId="{2182352F-93D4-47B3-87D0-BC2C8BAB5203}" srcId="{E449956C-7353-4CBE-8FB6-D434983E8220}" destId="{88EF571C-91AA-4FA2-AD32-9349F126C997}" srcOrd="2" destOrd="0" parTransId="{1E4F583E-82CE-4104-B1A3-427FFCC40D01}" sibTransId="{1CF95433-DE53-41C4-BE29-D7B1E8239F31}"/>
    <dgm:cxn modelId="{5214C838-E7A2-4DC8-9C6C-159FB29A3E79}" srcId="{E449956C-7353-4CBE-8FB6-D434983E8220}" destId="{51684095-6F2E-42E4-BC54-0475BD2E6B7C}" srcOrd="0" destOrd="0" parTransId="{2EBBBF32-429B-4894-B0DB-093B1CD4A43C}" sibTransId="{833369A2-0C2C-41CA-81EC-F64F437AE937}"/>
    <dgm:cxn modelId="{FA74C240-7451-4249-8A80-FAFFB3AD080A}" type="presOf" srcId="{E449956C-7353-4CBE-8FB6-D434983E8220}" destId="{97B9368B-3E7A-4860-BB23-35F257008907}" srcOrd="0" destOrd="0" presId="urn:microsoft.com/office/officeart/2005/8/layout/default"/>
    <dgm:cxn modelId="{B1A15365-6D4C-4BBE-86D7-FC4688C047B9}" srcId="{E449956C-7353-4CBE-8FB6-D434983E8220}" destId="{714F8CEB-6147-4950-AF35-00796DD07DBA}" srcOrd="3" destOrd="0" parTransId="{1B31A378-AD27-4B1A-9070-40562C9B3B39}" sibTransId="{0AE0930C-B182-4197-8A3D-F024EDF62D15}"/>
    <dgm:cxn modelId="{4987A06F-2451-4FA5-BC0E-43051C1D0518}" type="presOf" srcId="{714F8CEB-6147-4950-AF35-00796DD07DBA}" destId="{87736930-237D-4D9E-90BE-8C672DBF7D85}" srcOrd="0" destOrd="0" presId="urn:microsoft.com/office/officeart/2005/8/layout/default"/>
    <dgm:cxn modelId="{16F8FF99-1384-4660-ABE6-371B711F1C7E}" type="presOf" srcId="{88EF571C-91AA-4FA2-AD32-9349F126C997}" destId="{A72F713E-BAE5-40C1-B6CA-4030A458DE38}" srcOrd="0" destOrd="0" presId="urn:microsoft.com/office/officeart/2005/8/layout/default"/>
    <dgm:cxn modelId="{470272CB-23FB-46AF-B50E-11F62541B158}" srcId="{E449956C-7353-4CBE-8FB6-D434983E8220}" destId="{76034C50-5834-4160-80D0-0C4214498AAE}" srcOrd="4" destOrd="0" parTransId="{6AED1D64-83AB-4B3F-9FE9-358AE78E9128}" sibTransId="{1DA8193E-86A6-4B44-910D-A1DC9671A75F}"/>
    <dgm:cxn modelId="{A4B9C4E5-4D4C-4825-AD24-C53E2E198AF3}" srcId="{E449956C-7353-4CBE-8FB6-D434983E8220}" destId="{060CBD45-03B1-4BBE-863B-2198B9CEFD9E}" srcOrd="1" destOrd="0" parTransId="{5BE7FE77-C67F-49D9-B7B6-354510E951F5}" sibTransId="{C82936A2-958A-43A8-A833-9FF09BF118B1}"/>
    <dgm:cxn modelId="{3FDF6CF7-EDE0-449D-AA75-C1E9227897E8}" type="presOf" srcId="{43FA29DD-EFA7-4A38-92EF-ADA1275C34C2}" destId="{572F7794-913D-4467-B138-4D38F05185AE}" srcOrd="0" destOrd="0" presId="urn:microsoft.com/office/officeart/2005/8/layout/default"/>
    <dgm:cxn modelId="{ABF78EC5-27F6-45F6-B3AE-7CF738C12E13}" type="presParOf" srcId="{97B9368B-3E7A-4860-BB23-35F257008907}" destId="{C2D87EF8-1862-4235-97C1-DC71200365FD}" srcOrd="0" destOrd="0" presId="urn:microsoft.com/office/officeart/2005/8/layout/default"/>
    <dgm:cxn modelId="{71E33956-1C0D-4211-8F31-1FDBC92319E8}" type="presParOf" srcId="{97B9368B-3E7A-4860-BB23-35F257008907}" destId="{0E3B57F0-E434-498E-A0E5-0571FB79C733}" srcOrd="1" destOrd="0" presId="urn:microsoft.com/office/officeart/2005/8/layout/default"/>
    <dgm:cxn modelId="{69FF0E70-BCB3-4FE5-A808-D2A8B4296B95}" type="presParOf" srcId="{97B9368B-3E7A-4860-BB23-35F257008907}" destId="{C97DA99E-7E26-40E6-82E2-4B8D4198D707}" srcOrd="2" destOrd="0" presId="urn:microsoft.com/office/officeart/2005/8/layout/default"/>
    <dgm:cxn modelId="{AE1BD23B-7F5B-4257-9421-BDE691926BB7}" type="presParOf" srcId="{97B9368B-3E7A-4860-BB23-35F257008907}" destId="{F5E55650-610F-4F79-BB63-969E84317DCE}" srcOrd="3" destOrd="0" presId="urn:microsoft.com/office/officeart/2005/8/layout/default"/>
    <dgm:cxn modelId="{CAE81047-E769-4865-9591-FE788B38DB38}" type="presParOf" srcId="{97B9368B-3E7A-4860-BB23-35F257008907}" destId="{A72F713E-BAE5-40C1-B6CA-4030A458DE38}" srcOrd="4" destOrd="0" presId="urn:microsoft.com/office/officeart/2005/8/layout/default"/>
    <dgm:cxn modelId="{02A8CB9E-04B6-4570-B837-B976AC3803F0}" type="presParOf" srcId="{97B9368B-3E7A-4860-BB23-35F257008907}" destId="{99933A49-AABA-48FE-A246-4E613CBDDA55}" srcOrd="5" destOrd="0" presId="urn:microsoft.com/office/officeart/2005/8/layout/default"/>
    <dgm:cxn modelId="{9184FC15-5346-4A96-8224-A7200139BEA4}" type="presParOf" srcId="{97B9368B-3E7A-4860-BB23-35F257008907}" destId="{87736930-237D-4D9E-90BE-8C672DBF7D85}" srcOrd="6" destOrd="0" presId="urn:microsoft.com/office/officeart/2005/8/layout/default"/>
    <dgm:cxn modelId="{B6CEA24D-8397-4C21-8B90-F2AC82649335}" type="presParOf" srcId="{97B9368B-3E7A-4860-BB23-35F257008907}" destId="{EB3FF159-3812-4262-B98A-0949A9247E48}" srcOrd="7" destOrd="0" presId="urn:microsoft.com/office/officeart/2005/8/layout/default"/>
    <dgm:cxn modelId="{A57CC7AF-CE46-4F34-A8CA-FAE6B4A29635}" type="presParOf" srcId="{97B9368B-3E7A-4860-BB23-35F257008907}" destId="{254465C2-2E82-45C5-8FD4-03AE30601A50}" srcOrd="8" destOrd="0" presId="urn:microsoft.com/office/officeart/2005/8/layout/default"/>
    <dgm:cxn modelId="{8204BBC4-D69B-473F-9675-797A46FCD7A8}" type="presParOf" srcId="{97B9368B-3E7A-4860-BB23-35F257008907}" destId="{D1132353-C663-4AE7-9248-F52B0073D364}" srcOrd="9" destOrd="0" presId="urn:microsoft.com/office/officeart/2005/8/layout/default"/>
    <dgm:cxn modelId="{9A29EE73-C5E5-4A74-93E3-A3B0D026CC03}" type="presParOf" srcId="{97B9368B-3E7A-4860-BB23-35F257008907}" destId="{572F7794-913D-4467-B138-4D38F05185A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32583F-96F6-44B9-A03A-C26B19ACE308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FE5133-EEA9-498C-904D-BEBD9B04B9B5}">
      <dgm:prSet phldrT="[Text]"/>
      <dgm:spPr/>
      <dgm:t>
        <a:bodyPr/>
        <a:lstStyle/>
        <a:p>
          <a:pPr>
            <a:buNone/>
          </a:pPr>
          <a:r>
            <a:rPr lang="en-US" b="1" dirty="0"/>
            <a:t>ESP32 Microcontroller</a:t>
          </a:r>
        </a:p>
        <a:p>
          <a:pPr>
            <a:buNone/>
          </a:pPr>
          <a:r>
            <a:rPr lang="en-US" dirty="0"/>
            <a:t>Dual-core MCU with built-in WiFi and Bluetooth; handles UID processing and cloud communication</a:t>
          </a:r>
        </a:p>
      </dgm:t>
    </dgm:pt>
    <dgm:pt modelId="{F8A85FF9-19B9-4C4D-80D4-8AC13DDFFF3D}" type="parTrans" cxnId="{563074BA-0AB9-43B6-B48A-763B7A31A22E}">
      <dgm:prSet/>
      <dgm:spPr/>
      <dgm:t>
        <a:bodyPr/>
        <a:lstStyle/>
        <a:p>
          <a:endParaRPr lang="en-US"/>
        </a:p>
      </dgm:t>
    </dgm:pt>
    <dgm:pt modelId="{A76ADBB7-CC46-44F4-A2F9-748A422A4334}" type="sibTrans" cxnId="{563074BA-0AB9-43B6-B48A-763B7A31A22E}">
      <dgm:prSet/>
      <dgm:spPr/>
      <dgm:t>
        <a:bodyPr/>
        <a:lstStyle/>
        <a:p>
          <a:endParaRPr lang="en-US"/>
        </a:p>
      </dgm:t>
    </dgm:pt>
    <dgm:pt modelId="{66CEF8DF-EE5C-4695-A2C8-29F252DFCEAE}">
      <dgm:prSet phldrT="[Text]"/>
      <dgm:spPr/>
      <dgm:t>
        <a:bodyPr/>
        <a:lstStyle/>
        <a:p>
          <a:pPr>
            <a:buNone/>
          </a:pPr>
          <a:r>
            <a:rPr lang="en-US" b="1" dirty="0"/>
            <a:t>RFID RC522 Module</a:t>
          </a:r>
        </a:p>
        <a:p>
          <a:pPr>
            <a:buNone/>
          </a:pPr>
          <a:r>
            <a:rPr lang="en-US" dirty="0"/>
            <a:t>13.56 MHz MIFARE reader; communicates with ESP32 via SPI interface at low power</a:t>
          </a:r>
        </a:p>
      </dgm:t>
    </dgm:pt>
    <dgm:pt modelId="{919FC91B-19D2-48E6-ABC6-3A75FE16D367}" type="parTrans" cxnId="{1BA63DEB-2174-46BC-9499-757E694B3513}">
      <dgm:prSet/>
      <dgm:spPr/>
      <dgm:t>
        <a:bodyPr/>
        <a:lstStyle/>
        <a:p>
          <a:endParaRPr lang="en-US"/>
        </a:p>
      </dgm:t>
    </dgm:pt>
    <dgm:pt modelId="{7C42024B-AEFF-48B8-A4E5-E9E03D09CA1A}" type="sibTrans" cxnId="{1BA63DEB-2174-46BC-9499-757E694B3513}">
      <dgm:prSet/>
      <dgm:spPr/>
      <dgm:t>
        <a:bodyPr/>
        <a:lstStyle/>
        <a:p>
          <a:endParaRPr lang="en-US"/>
        </a:p>
      </dgm:t>
    </dgm:pt>
    <dgm:pt modelId="{57A8B3CC-ADB0-4896-B7E6-9D936C420FEB}">
      <dgm:prSet phldrT="[Text]"/>
      <dgm:spPr/>
      <dgm:t>
        <a:bodyPr/>
        <a:lstStyle/>
        <a:p>
          <a:pPr>
            <a:buNone/>
          </a:pPr>
          <a:r>
            <a:rPr lang="en-US" b="1" dirty="0"/>
            <a:t>Firebase Realtime DB</a:t>
          </a:r>
        </a:p>
        <a:p>
          <a:pPr>
            <a:buNone/>
          </a:pPr>
          <a:r>
            <a:rPr lang="en-US" dirty="0"/>
            <a:t>Google's NoSQL cloud database; stores attendance records and enables live sync to the dashboard</a:t>
          </a:r>
        </a:p>
      </dgm:t>
    </dgm:pt>
    <dgm:pt modelId="{399D69A0-EF6B-4022-AF49-1521FCB1877B}" type="parTrans" cxnId="{6C93F9FA-4394-4807-8456-3AAE71115B12}">
      <dgm:prSet/>
      <dgm:spPr/>
      <dgm:t>
        <a:bodyPr/>
        <a:lstStyle/>
        <a:p>
          <a:endParaRPr lang="en-US"/>
        </a:p>
      </dgm:t>
    </dgm:pt>
    <dgm:pt modelId="{F07BB9ED-484F-4F1B-AFC0-9D601EA66E44}" type="sibTrans" cxnId="{6C93F9FA-4394-4807-8456-3AAE71115B12}">
      <dgm:prSet/>
      <dgm:spPr/>
      <dgm:t>
        <a:bodyPr/>
        <a:lstStyle/>
        <a:p>
          <a:endParaRPr lang="en-US"/>
        </a:p>
      </dgm:t>
    </dgm:pt>
    <dgm:pt modelId="{4BCC5D80-6006-4267-9685-B1041C846741}" type="pres">
      <dgm:prSet presAssocID="{6132583F-96F6-44B9-A03A-C26B19ACE308}" presName="Name0" presStyleCnt="0">
        <dgm:presLayoutVars>
          <dgm:dir/>
          <dgm:resizeHandles val="exact"/>
        </dgm:presLayoutVars>
      </dgm:prSet>
      <dgm:spPr/>
    </dgm:pt>
    <dgm:pt modelId="{8A535CAC-A4B6-4CC7-A2C6-CF23288F5A1B}" type="pres">
      <dgm:prSet presAssocID="{6132583F-96F6-44B9-A03A-C26B19ACE308}" presName="bkgdShp" presStyleLbl="alignAccFollowNode1" presStyleIdx="0" presStyleCnt="1" custScaleY="76457" custLinFactNeighborX="483" custLinFactNeighborY="-11323"/>
      <dgm:spPr/>
    </dgm:pt>
    <dgm:pt modelId="{05250498-CE37-49AD-80EA-B9638FE72C6B}" type="pres">
      <dgm:prSet presAssocID="{6132583F-96F6-44B9-A03A-C26B19ACE308}" presName="linComp" presStyleCnt="0"/>
      <dgm:spPr/>
    </dgm:pt>
    <dgm:pt modelId="{D92122D8-B56A-4C07-9D6F-5E9C78209B85}" type="pres">
      <dgm:prSet presAssocID="{68FE5133-EEA9-498C-904D-BEBD9B04B9B5}" presName="compNode" presStyleCnt="0"/>
      <dgm:spPr/>
    </dgm:pt>
    <dgm:pt modelId="{C4F4C4E3-6C7A-4023-95C5-0BA8916728F5}" type="pres">
      <dgm:prSet presAssocID="{68FE5133-EEA9-498C-904D-BEBD9B04B9B5}" presName="node" presStyleLbl="node1" presStyleIdx="0" presStyleCnt="3" custScaleX="109043" custScaleY="95146" custLinFactNeighborX="-1692" custLinFactNeighborY="-15441">
        <dgm:presLayoutVars>
          <dgm:bulletEnabled val="1"/>
        </dgm:presLayoutVars>
      </dgm:prSet>
      <dgm:spPr/>
    </dgm:pt>
    <dgm:pt modelId="{53016398-BC7B-4292-A909-71B80320B4A3}" type="pres">
      <dgm:prSet presAssocID="{68FE5133-EEA9-498C-904D-BEBD9B04B9B5}" presName="invisiNode" presStyleLbl="node1" presStyleIdx="0" presStyleCnt="3"/>
      <dgm:spPr/>
    </dgm:pt>
    <dgm:pt modelId="{FC9686FD-A073-4B33-9EC9-B0FF67399FE1}" type="pres">
      <dgm:prSet presAssocID="{68FE5133-EEA9-498C-904D-BEBD9B04B9B5}" presName="imagNode" presStyleLbl="fgImgPlace1" presStyleIdx="0" presStyleCnt="3" custScaleX="88435" custScaleY="96539" custLinFactNeighborX="-1644" custLinFactNeighborY="-813"/>
      <dgm:spPr/>
    </dgm:pt>
    <dgm:pt modelId="{1FD2312B-F3CF-4E02-B423-D5A3CF9AD9A7}" type="pres">
      <dgm:prSet presAssocID="{A76ADBB7-CC46-44F4-A2F9-748A422A4334}" presName="sibTrans" presStyleLbl="sibTrans2D1" presStyleIdx="0" presStyleCnt="0"/>
      <dgm:spPr/>
    </dgm:pt>
    <dgm:pt modelId="{53C49941-9C2B-4753-B625-199A97FD898F}" type="pres">
      <dgm:prSet presAssocID="{66CEF8DF-EE5C-4695-A2C8-29F252DFCEAE}" presName="compNode" presStyleCnt="0"/>
      <dgm:spPr/>
    </dgm:pt>
    <dgm:pt modelId="{40F2C9D6-665F-4191-9CF0-1516C90A6D2C}" type="pres">
      <dgm:prSet presAssocID="{66CEF8DF-EE5C-4695-A2C8-29F252DFCEAE}" presName="node" presStyleLbl="node1" presStyleIdx="1" presStyleCnt="3" custScaleY="97645" custLinFactNeighborX="-564" custLinFactNeighborY="-15441">
        <dgm:presLayoutVars>
          <dgm:bulletEnabled val="1"/>
        </dgm:presLayoutVars>
      </dgm:prSet>
      <dgm:spPr/>
    </dgm:pt>
    <dgm:pt modelId="{AAFD229D-A599-47DB-B231-A46CEFA9A781}" type="pres">
      <dgm:prSet presAssocID="{66CEF8DF-EE5C-4695-A2C8-29F252DFCEAE}" presName="invisiNode" presStyleLbl="node1" presStyleIdx="1" presStyleCnt="3"/>
      <dgm:spPr/>
    </dgm:pt>
    <dgm:pt modelId="{C6B38B8E-A1B2-4D18-A2EA-9892264CEC90}" type="pres">
      <dgm:prSet presAssocID="{66CEF8DF-EE5C-4695-A2C8-29F252DFCEAE}" presName="imagNode" presStyleLbl="fgImgPlace1" presStyleIdx="1" presStyleCnt="3" custLinFactNeighborY="-5822"/>
      <dgm:spPr/>
    </dgm:pt>
    <dgm:pt modelId="{482E9736-E6C7-404C-B77C-E61AC1B2EE3A}" type="pres">
      <dgm:prSet presAssocID="{7C42024B-AEFF-48B8-A4E5-E9E03D09CA1A}" presName="sibTrans" presStyleLbl="sibTrans2D1" presStyleIdx="0" presStyleCnt="0"/>
      <dgm:spPr/>
    </dgm:pt>
    <dgm:pt modelId="{787C1369-414A-4A7F-B8C4-FE95EA7A9B5A}" type="pres">
      <dgm:prSet presAssocID="{57A8B3CC-ADB0-4896-B7E6-9D936C420FEB}" presName="compNode" presStyleCnt="0"/>
      <dgm:spPr/>
    </dgm:pt>
    <dgm:pt modelId="{045D6FCE-4C21-415D-A195-6B4CF748B1C8}" type="pres">
      <dgm:prSet presAssocID="{57A8B3CC-ADB0-4896-B7E6-9D936C420FEB}" presName="node" presStyleLbl="node1" presStyleIdx="2" presStyleCnt="3" custLinFactNeighborX="-2820" custLinFactNeighborY="-15441">
        <dgm:presLayoutVars>
          <dgm:bulletEnabled val="1"/>
        </dgm:presLayoutVars>
      </dgm:prSet>
      <dgm:spPr/>
    </dgm:pt>
    <dgm:pt modelId="{91D55FB3-BD39-418B-A3CC-111AFF6A83BF}" type="pres">
      <dgm:prSet presAssocID="{57A8B3CC-ADB0-4896-B7E6-9D936C420FEB}" presName="invisiNode" presStyleLbl="node1" presStyleIdx="2" presStyleCnt="3"/>
      <dgm:spPr/>
    </dgm:pt>
    <dgm:pt modelId="{06BD4E2A-FC00-4CD5-9A9C-2298A625FB5A}" type="pres">
      <dgm:prSet presAssocID="{57A8B3CC-ADB0-4896-B7E6-9D936C420FEB}" presName="imagNode" presStyleLbl="fgImgPlace1" presStyleIdx="2" presStyleCnt="3" custLinFactNeighborX="-2741" custLinFactNeighborY="-5822"/>
      <dgm:spPr/>
    </dgm:pt>
  </dgm:ptLst>
  <dgm:cxnLst>
    <dgm:cxn modelId="{A6AC7047-26F7-4820-842B-43A36B81DA0B}" type="presOf" srcId="{A76ADBB7-CC46-44F4-A2F9-748A422A4334}" destId="{1FD2312B-F3CF-4E02-B423-D5A3CF9AD9A7}" srcOrd="0" destOrd="0" presId="urn:microsoft.com/office/officeart/2005/8/layout/pList2"/>
    <dgm:cxn modelId="{F6E2E788-847E-454E-A442-EEC77FF62303}" type="presOf" srcId="{6132583F-96F6-44B9-A03A-C26B19ACE308}" destId="{4BCC5D80-6006-4267-9685-B1041C846741}" srcOrd="0" destOrd="0" presId="urn:microsoft.com/office/officeart/2005/8/layout/pList2"/>
    <dgm:cxn modelId="{7B4E0C94-4D56-47FC-A0A3-DD28C16BDB0D}" type="presOf" srcId="{57A8B3CC-ADB0-4896-B7E6-9D936C420FEB}" destId="{045D6FCE-4C21-415D-A195-6B4CF748B1C8}" srcOrd="0" destOrd="0" presId="urn:microsoft.com/office/officeart/2005/8/layout/pList2"/>
    <dgm:cxn modelId="{7EE10BAB-44F7-48ED-AB37-04AE2FC8BDAF}" type="presOf" srcId="{7C42024B-AEFF-48B8-A4E5-E9E03D09CA1A}" destId="{482E9736-E6C7-404C-B77C-E61AC1B2EE3A}" srcOrd="0" destOrd="0" presId="urn:microsoft.com/office/officeart/2005/8/layout/pList2"/>
    <dgm:cxn modelId="{46F8B1B7-B901-4138-A3F0-58817AFEC238}" type="presOf" srcId="{68FE5133-EEA9-498C-904D-BEBD9B04B9B5}" destId="{C4F4C4E3-6C7A-4023-95C5-0BA8916728F5}" srcOrd="0" destOrd="0" presId="urn:microsoft.com/office/officeart/2005/8/layout/pList2"/>
    <dgm:cxn modelId="{563074BA-0AB9-43B6-B48A-763B7A31A22E}" srcId="{6132583F-96F6-44B9-A03A-C26B19ACE308}" destId="{68FE5133-EEA9-498C-904D-BEBD9B04B9B5}" srcOrd="0" destOrd="0" parTransId="{F8A85FF9-19B9-4C4D-80D4-8AC13DDFFF3D}" sibTransId="{A76ADBB7-CC46-44F4-A2F9-748A422A4334}"/>
    <dgm:cxn modelId="{5A3612E9-1E92-4882-90C4-FBB01B601146}" type="presOf" srcId="{66CEF8DF-EE5C-4695-A2C8-29F252DFCEAE}" destId="{40F2C9D6-665F-4191-9CF0-1516C90A6D2C}" srcOrd="0" destOrd="0" presId="urn:microsoft.com/office/officeart/2005/8/layout/pList2"/>
    <dgm:cxn modelId="{1BA63DEB-2174-46BC-9499-757E694B3513}" srcId="{6132583F-96F6-44B9-A03A-C26B19ACE308}" destId="{66CEF8DF-EE5C-4695-A2C8-29F252DFCEAE}" srcOrd="1" destOrd="0" parTransId="{919FC91B-19D2-48E6-ABC6-3A75FE16D367}" sibTransId="{7C42024B-AEFF-48B8-A4E5-E9E03D09CA1A}"/>
    <dgm:cxn modelId="{6C93F9FA-4394-4807-8456-3AAE71115B12}" srcId="{6132583F-96F6-44B9-A03A-C26B19ACE308}" destId="{57A8B3CC-ADB0-4896-B7E6-9D936C420FEB}" srcOrd="2" destOrd="0" parTransId="{399D69A0-EF6B-4022-AF49-1521FCB1877B}" sibTransId="{F07BB9ED-484F-4F1B-AFC0-9D601EA66E44}"/>
    <dgm:cxn modelId="{6276FBB8-04D7-412E-855E-927EE5F154E0}" type="presParOf" srcId="{4BCC5D80-6006-4267-9685-B1041C846741}" destId="{8A535CAC-A4B6-4CC7-A2C6-CF23288F5A1B}" srcOrd="0" destOrd="0" presId="urn:microsoft.com/office/officeart/2005/8/layout/pList2"/>
    <dgm:cxn modelId="{FE3374B1-DB50-48DF-9234-6783E925B632}" type="presParOf" srcId="{4BCC5D80-6006-4267-9685-B1041C846741}" destId="{05250498-CE37-49AD-80EA-B9638FE72C6B}" srcOrd="1" destOrd="0" presId="urn:microsoft.com/office/officeart/2005/8/layout/pList2"/>
    <dgm:cxn modelId="{E9BB7943-31F4-47C4-A8DA-ECDF441285FC}" type="presParOf" srcId="{05250498-CE37-49AD-80EA-B9638FE72C6B}" destId="{D92122D8-B56A-4C07-9D6F-5E9C78209B85}" srcOrd="0" destOrd="0" presId="urn:microsoft.com/office/officeart/2005/8/layout/pList2"/>
    <dgm:cxn modelId="{F05D0EB9-134C-4F5C-A828-F960E9D58298}" type="presParOf" srcId="{D92122D8-B56A-4C07-9D6F-5E9C78209B85}" destId="{C4F4C4E3-6C7A-4023-95C5-0BA8916728F5}" srcOrd="0" destOrd="0" presId="urn:microsoft.com/office/officeart/2005/8/layout/pList2"/>
    <dgm:cxn modelId="{DB3479BE-F68B-4E20-9F00-0B023DA4CC1F}" type="presParOf" srcId="{D92122D8-B56A-4C07-9D6F-5E9C78209B85}" destId="{53016398-BC7B-4292-A909-71B80320B4A3}" srcOrd="1" destOrd="0" presId="urn:microsoft.com/office/officeart/2005/8/layout/pList2"/>
    <dgm:cxn modelId="{BBF3F6BD-3277-4854-A99A-B540071209A4}" type="presParOf" srcId="{D92122D8-B56A-4C07-9D6F-5E9C78209B85}" destId="{FC9686FD-A073-4B33-9EC9-B0FF67399FE1}" srcOrd="2" destOrd="0" presId="urn:microsoft.com/office/officeart/2005/8/layout/pList2"/>
    <dgm:cxn modelId="{B0FE32D6-FD0B-419C-88F3-D02AE6485955}" type="presParOf" srcId="{05250498-CE37-49AD-80EA-B9638FE72C6B}" destId="{1FD2312B-F3CF-4E02-B423-D5A3CF9AD9A7}" srcOrd="1" destOrd="0" presId="urn:microsoft.com/office/officeart/2005/8/layout/pList2"/>
    <dgm:cxn modelId="{CA78DE2F-CEDD-42EC-A916-471F54822A50}" type="presParOf" srcId="{05250498-CE37-49AD-80EA-B9638FE72C6B}" destId="{53C49941-9C2B-4753-B625-199A97FD898F}" srcOrd="2" destOrd="0" presId="urn:microsoft.com/office/officeart/2005/8/layout/pList2"/>
    <dgm:cxn modelId="{278BD7F3-867C-4AE8-A71F-30092C061E9C}" type="presParOf" srcId="{53C49941-9C2B-4753-B625-199A97FD898F}" destId="{40F2C9D6-665F-4191-9CF0-1516C90A6D2C}" srcOrd="0" destOrd="0" presId="urn:microsoft.com/office/officeart/2005/8/layout/pList2"/>
    <dgm:cxn modelId="{97072677-6033-4D8C-922E-5DF9EB320CED}" type="presParOf" srcId="{53C49941-9C2B-4753-B625-199A97FD898F}" destId="{AAFD229D-A599-47DB-B231-A46CEFA9A781}" srcOrd="1" destOrd="0" presId="urn:microsoft.com/office/officeart/2005/8/layout/pList2"/>
    <dgm:cxn modelId="{93797E1D-C3C3-49F7-98E2-DF508C6E24B1}" type="presParOf" srcId="{53C49941-9C2B-4753-B625-199A97FD898F}" destId="{C6B38B8E-A1B2-4D18-A2EA-9892264CEC90}" srcOrd="2" destOrd="0" presId="urn:microsoft.com/office/officeart/2005/8/layout/pList2"/>
    <dgm:cxn modelId="{E37ECBF9-A9D8-496A-9C4F-FE533F143A60}" type="presParOf" srcId="{05250498-CE37-49AD-80EA-B9638FE72C6B}" destId="{482E9736-E6C7-404C-B77C-E61AC1B2EE3A}" srcOrd="3" destOrd="0" presId="urn:microsoft.com/office/officeart/2005/8/layout/pList2"/>
    <dgm:cxn modelId="{3D78F660-FEFB-43DD-B7F4-6ABEE9163154}" type="presParOf" srcId="{05250498-CE37-49AD-80EA-B9638FE72C6B}" destId="{787C1369-414A-4A7F-B8C4-FE95EA7A9B5A}" srcOrd="4" destOrd="0" presId="urn:microsoft.com/office/officeart/2005/8/layout/pList2"/>
    <dgm:cxn modelId="{F2DAC5F6-9929-4479-8020-C294C811CB4C}" type="presParOf" srcId="{787C1369-414A-4A7F-B8C4-FE95EA7A9B5A}" destId="{045D6FCE-4C21-415D-A195-6B4CF748B1C8}" srcOrd="0" destOrd="0" presId="urn:microsoft.com/office/officeart/2005/8/layout/pList2"/>
    <dgm:cxn modelId="{B1239CA5-F018-4980-B2F5-255F5B697E30}" type="presParOf" srcId="{787C1369-414A-4A7F-B8C4-FE95EA7A9B5A}" destId="{91D55FB3-BD39-418B-A3CC-111AFF6A83BF}" srcOrd="1" destOrd="0" presId="urn:microsoft.com/office/officeart/2005/8/layout/pList2"/>
    <dgm:cxn modelId="{4213ADBE-68D1-4440-83EA-5CB333B71632}" type="presParOf" srcId="{787C1369-414A-4A7F-B8C4-FE95EA7A9B5A}" destId="{06BD4E2A-FC00-4CD5-9A9C-2298A625FB5A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32583F-96F6-44B9-A03A-C26B19ACE308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</dgm:pt>
    <dgm:pt modelId="{68FE5133-EEA9-498C-904D-BEBD9B04B9B5}">
      <dgm:prSet phldrT="[Text]"/>
      <dgm:spPr/>
      <dgm:t>
        <a:bodyPr/>
        <a:lstStyle/>
        <a:p>
          <a:pPr>
            <a:buNone/>
          </a:pPr>
          <a:r>
            <a:rPr lang="en-US" b="1" dirty="0"/>
            <a:t>Web Dashboard</a:t>
          </a:r>
        </a:p>
        <a:p>
          <a:pPr>
            <a:buNone/>
          </a:pPr>
          <a:r>
            <a:rPr lang="en-US" dirty="0"/>
            <a:t>Built with HTML, CSS, and JavaScript; separate panels for students and faculty with live data</a:t>
          </a:r>
        </a:p>
      </dgm:t>
    </dgm:pt>
    <dgm:pt modelId="{F8A85FF9-19B9-4C4D-80D4-8AC13DDFFF3D}" type="parTrans" cxnId="{563074BA-0AB9-43B6-B48A-763B7A31A22E}">
      <dgm:prSet/>
      <dgm:spPr/>
      <dgm:t>
        <a:bodyPr/>
        <a:lstStyle/>
        <a:p>
          <a:endParaRPr lang="en-US"/>
        </a:p>
      </dgm:t>
    </dgm:pt>
    <dgm:pt modelId="{A76ADBB7-CC46-44F4-A2F9-748A422A4334}" type="sibTrans" cxnId="{563074BA-0AB9-43B6-B48A-763B7A31A22E}">
      <dgm:prSet/>
      <dgm:spPr/>
      <dgm:t>
        <a:bodyPr/>
        <a:lstStyle/>
        <a:p>
          <a:endParaRPr lang="en-US"/>
        </a:p>
      </dgm:t>
    </dgm:pt>
    <dgm:pt modelId="{66CEF8DF-EE5C-4695-A2C8-29F252DFCEAE}">
      <dgm:prSet phldrT="[Text]"/>
      <dgm:spPr/>
      <dgm:t>
        <a:bodyPr/>
        <a:lstStyle/>
        <a:p>
          <a:pPr>
            <a:buNone/>
          </a:pPr>
          <a:r>
            <a:rPr lang="en-US" b="1" dirty="0"/>
            <a:t>WiFi Communication</a:t>
          </a:r>
        </a:p>
        <a:p>
          <a:pPr>
            <a:buNone/>
          </a:pPr>
          <a:r>
            <a:rPr lang="en-US" dirty="0"/>
            <a:t>ESP32 connects to local network; data pushed to Firebase over HTTPS in near real time</a:t>
          </a:r>
        </a:p>
      </dgm:t>
    </dgm:pt>
    <dgm:pt modelId="{919FC91B-19D2-48E6-ABC6-3A75FE16D367}" type="parTrans" cxnId="{1BA63DEB-2174-46BC-9499-757E694B3513}">
      <dgm:prSet/>
      <dgm:spPr/>
      <dgm:t>
        <a:bodyPr/>
        <a:lstStyle/>
        <a:p>
          <a:endParaRPr lang="en-US"/>
        </a:p>
      </dgm:t>
    </dgm:pt>
    <dgm:pt modelId="{7C42024B-AEFF-48B8-A4E5-E9E03D09CA1A}" type="sibTrans" cxnId="{1BA63DEB-2174-46BC-9499-757E694B3513}">
      <dgm:prSet/>
      <dgm:spPr/>
      <dgm:t>
        <a:bodyPr/>
        <a:lstStyle/>
        <a:p>
          <a:endParaRPr lang="en-US"/>
        </a:p>
      </dgm:t>
    </dgm:pt>
    <dgm:pt modelId="{57A8B3CC-ADB0-4896-B7E6-9D936C420FEB}">
      <dgm:prSet phldrT="[Text]"/>
      <dgm:spPr/>
      <dgm:t>
        <a:bodyPr/>
        <a:lstStyle/>
        <a:p>
          <a:pPr>
            <a:buNone/>
          </a:pPr>
          <a:r>
            <a:rPr lang="en-US" b="1" dirty="0"/>
            <a:t>Low-Cost BOM</a:t>
          </a:r>
        </a:p>
        <a:p>
          <a:pPr>
            <a:buNone/>
          </a:pPr>
          <a:r>
            <a:rPr lang="en-US" dirty="0"/>
            <a:t>Total hardware cost ~₹800–1,200: ESP32 (₹400), RC522 (₹150), Cards (₹30 each), misc. components</a:t>
          </a:r>
        </a:p>
      </dgm:t>
    </dgm:pt>
    <dgm:pt modelId="{399D69A0-EF6B-4022-AF49-1521FCB1877B}" type="parTrans" cxnId="{6C93F9FA-4394-4807-8456-3AAE71115B12}">
      <dgm:prSet/>
      <dgm:spPr/>
      <dgm:t>
        <a:bodyPr/>
        <a:lstStyle/>
        <a:p>
          <a:endParaRPr lang="en-US"/>
        </a:p>
      </dgm:t>
    </dgm:pt>
    <dgm:pt modelId="{F07BB9ED-484F-4F1B-AFC0-9D601EA66E44}" type="sibTrans" cxnId="{6C93F9FA-4394-4807-8456-3AAE71115B12}">
      <dgm:prSet/>
      <dgm:spPr/>
      <dgm:t>
        <a:bodyPr/>
        <a:lstStyle/>
        <a:p>
          <a:endParaRPr lang="en-US"/>
        </a:p>
      </dgm:t>
    </dgm:pt>
    <dgm:pt modelId="{4BCC5D80-6006-4267-9685-B1041C846741}" type="pres">
      <dgm:prSet presAssocID="{6132583F-96F6-44B9-A03A-C26B19ACE308}" presName="Name0" presStyleCnt="0">
        <dgm:presLayoutVars>
          <dgm:dir/>
          <dgm:resizeHandles val="exact"/>
        </dgm:presLayoutVars>
      </dgm:prSet>
      <dgm:spPr/>
    </dgm:pt>
    <dgm:pt modelId="{8A535CAC-A4B6-4CC7-A2C6-CF23288F5A1B}" type="pres">
      <dgm:prSet presAssocID="{6132583F-96F6-44B9-A03A-C26B19ACE308}" presName="bkgdShp" presStyleLbl="alignAccFollowNode1" presStyleIdx="0" presStyleCnt="1" custScaleY="76457" custLinFactNeighborX="483" custLinFactNeighborY="-11323"/>
      <dgm:spPr/>
    </dgm:pt>
    <dgm:pt modelId="{05250498-CE37-49AD-80EA-B9638FE72C6B}" type="pres">
      <dgm:prSet presAssocID="{6132583F-96F6-44B9-A03A-C26B19ACE308}" presName="linComp" presStyleCnt="0"/>
      <dgm:spPr/>
    </dgm:pt>
    <dgm:pt modelId="{D92122D8-B56A-4C07-9D6F-5E9C78209B85}" type="pres">
      <dgm:prSet presAssocID="{68FE5133-EEA9-498C-904D-BEBD9B04B9B5}" presName="compNode" presStyleCnt="0"/>
      <dgm:spPr/>
    </dgm:pt>
    <dgm:pt modelId="{C4F4C4E3-6C7A-4023-95C5-0BA8916728F5}" type="pres">
      <dgm:prSet presAssocID="{68FE5133-EEA9-498C-904D-BEBD9B04B9B5}" presName="node" presStyleLbl="node1" presStyleIdx="0" presStyleCnt="3" custScaleX="109043" custScaleY="95146" custLinFactNeighborX="-1692" custLinFactNeighborY="-15441">
        <dgm:presLayoutVars>
          <dgm:bulletEnabled val="1"/>
        </dgm:presLayoutVars>
      </dgm:prSet>
      <dgm:spPr/>
    </dgm:pt>
    <dgm:pt modelId="{53016398-BC7B-4292-A909-71B80320B4A3}" type="pres">
      <dgm:prSet presAssocID="{68FE5133-EEA9-498C-904D-BEBD9B04B9B5}" presName="invisiNode" presStyleLbl="node1" presStyleIdx="0" presStyleCnt="3"/>
      <dgm:spPr/>
    </dgm:pt>
    <dgm:pt modelId="{FC9686FD-A073-4B33-9EC9-B0FF67399FE1}" type="pres">
      <dgm:prSet presAssocID="{68FE5133-EEA9-498C-904D-BEBD9B04B9B5}" presName="imagNode" presStyleLbl="fgImgPlace1" presStyleIdx="0" presStyleCnt="3" custFlipVert="1" custScaleX="18667" custScaleY="111588" custLinFactNeighborX="-6078" custLinFactNeighborY="-9879"/>
      <dgm:spPr>
        <a:blipFill rotWithShape="1">
          <a:blip xmlns:r="http://schemas.openxmlformats.org/officeDocument/2006/relationships" r:embed="rId1"/>
          <a:srcRect/>
          <a:stretch>
            <a:fillRect t="-173000" b="-173000"/>
          </a:stretch>
        </a:blipFill>
      </dgm:spPr>
    </dgm:pt>
    <dgm:pt modelId="{1FD2312B-F3CF-4E02-B423-D5A3CF9AD9A7}" type="pres">
      <dgm:prSet presAssocID="{A76ADBB7-CC46-44F4-A2F9-748A422A4334}" presName="sibTrans" presStyleLbl="sibTrans2D1" presStyleIdx="0" presStyleCnt="0"/>
      <dgm:spPr/>
    </dgm:pt>
    <dgm:pt modelId="{53C49941-9C2B-4753-B625-199A97FD898F}" type="pres">
      <dgm:prSet presAssocID="{66CEF8DF-EE5C-4695-A2C8-29F252DFCEAE}" presName="compNode" presStyleCnt="0"/>
      <dgm:spPr/>
    </dgm:pt>
    <dgm:pt modelId="{40F2C9D6-665F-4191-9CF0-1516C90A6D2C}" type="pres">
      <dgm:prSet presAssocID="{66CEF8DF-EE5C-4695-A2C8-29F252DFCEAE}" presName="node" presStyleLbl="node1" presStyleIdx="1" presStyleCnt="3" custScaleY="97645" custLinFactNeighborX="-564" custLinFactNeighborY="-15441">
        <dgm:presLayoutVars>
          <dgm:bulletEnabled val="1"/>
        </dgm:presLayoutVars>
      </dgm:prSet>
      <dgm:spPr/>
    </dgm:pt>
    <dgm:pt modelId="{AAFD229D-A599-47DB-B231-A46CEFA9A781}" type="pres">
      <dgm:prSet presAssocID="{66CEF8DF-EE5C-4695-A2C8-29F252DFCEAE}" presName="invisiNode" presStyleLbl="node1" presStyleIdx="1" presStyleCnt="3"/>
      <dgm:spPr/>
    </dgm:pt>
    <dgm:pt modelId="{C6B38B8E-A1B2-4D18-A2EA-9892264CEC90}" type="pres">
      <dgm:prSet presAssocID="{66CEF8DF-EE5C-4695-A2C8-29F252DFCEAE}" presName="imagNode" presStyleLbl="fgImgPlace1" presStyleIdx="1" presStyleCnt="3" custLinFactNeighborY="-5822"/>
      <dgm:spPr/>
    </dgm:pt>
    <dgm:pt modelId="{482E9736-E6C7-404C-B77C-E61AC1B2EE3A}" type="pres">
      <dgm:prSet presAssocID="{7C42024B-AEFF-48B8-A4E5-E9E03D09CA1A}" presName="sibTrans" presStyleLbl="sibTrans2D1" presStyleIdx="0" presStyleCnt="0"/>
      <dgm:spPr/>
    </dgm:pt>
    <dgm:pt modelId="{787C1369-414A-4A7F-B8C4-FE95EA7A9B5A}" type="pres">
      <dgm:prSet presAssocID="{57A8B3CC-ADB0-4896-B7E6-9D936C420FEB}" presName="compNode" presStyleCnt="0"/>
      <dgm:spPr/>
    </dgm:pt>
    <dgm:pt modelId="{045D6FCE-4C21-415D-A195-6B4CF748B1C8}" type="pres">
      <dgm:prSet presAssocID="{57A8B3CC-ADB0-4896-B7E6-9D936C420FEB}" presName="node" presStyleLbl="node1" presStyleIdx="2" presStyleCnt="3" custLinFactNeighborX="-2820" custLinFactNeighborY="-15441">
        <dgm:presLayoutVars>
          <dgm:bulletEnabled val="1"/>
        </dgm:presLayoutVars>
      </dgm:prSet>
      <dgm:spPr/>
    </dgm:pt>
    <dgm:pt modelId="{91D55FB3-BD39-418B-A3CC-111AFF6A83BF}" type="pres">
      <dgm:prSet presAssocID="{57A8B3CC-ADB0-4896-B7E6-9D936C420FEB}" presName="invisiNode" presStyleLbl="node1" presStyleIdx="2" presStyleCnt="3"/>
      <dgm:spPr/>
    </dgm:pt>
    <dgm:pt modelId="{06BD4E2A-FC00-4CD5-9A9C-2298A625FB5A}" type="pres">
      <dgm:prSet presAssocID="{57A8B3CC-ADB0-4896-B7E6-9D936C420FEB}" presName="imagNode" presStyleLbl="fgImgPlace1" presStyleIdx="2" presStyleCnt="3" custLinFactNeighborX="-2741" custLinFactNeighborY="-5822"/>
      <dgm:spPr/>
    </dgm:pt>
  </dgm:ptLst>
  <dgm:cxnLst>
    <dgm:cxn modelId="{A6AC7047-26F7-4820-842B-43A36B81DA0B}" type="presOf" srcId="{A76ADBB7-CC46-44F4-A2F9-748A422A4334}" destId="{1FD2312B-F3CF-4E02-B423-D5A3CF9AD9A7}" srcOrd="0" destOrd="0" presId="urn:microsoft.com/office/officeart/2005/8/layout/pList2"/>
    <dgm:cxn modelId="{F6E2E788-847E-454E-A442-EEC77FF62303}" type="presOf" srcId="{6132583F-96F6-44B9-A03A-C26B19ACE308}" destId="{4BCC5D80-6006-4267-9685-B1041C846741}" srcOrd="0" destOrd="0" presId="urn:microsoft.com/office/officeart/2005/8/layout/pList2"/>
    <dgm:cxn modelId="{7B4E0C94-4D56-47FC-A0A3-DD28C16BDB0D}" type="presOf" srcId="{57A8B3CC-ADB0-4896-B7E6-9D936C420FEB}" destId="{045D6FCE-4C21-415D-A195-6B4CF748B1C8}" srcOrd="0" destOrd="0" presId="urn:microsoft.com/office/officeart/2005/8/layout/pList2"/>
    <dgm:cxn modelId="{7EE10BAB-44F7-48ED-AB37-04AE2FC8BDAF}" type="presOf" srcId="{7C42024B-AEFF-48B8-A4E5-E9E03D09CA1A}" destId="{482E9736-E6C7-404C-B77C-E61AC1B2EE3A}" srcOrd="0" destOrd="0" presId="urn:microsoft.com/office/officeart/2005/8/layout/pList2"/>
    <dgm:cxn modelId="{46F8B1B7-B901-4138-A3F0-58817AFEC238}" type="presOf" srcId="{68FE5133-EEA9-498C-904D-BEBD9B04B9B5}" destId="{C4F4C4E3-6C7A-4023-95C5-0BA8916728F5}" srcOrd="0" destOrd="0" presId="urn:microsoft.com/office/officeart/2005/8/layout/pList2"/>
    <dgm:cxn modelId="{563074BA-0AB9-43B6-B48A-763B7A31A22E}" srcId="{6132583F-96F6-44B9-A03A-C26B19ACE308}" destId="{68FE5133-EEA9-498C-904D-BEBD9B04B9B5}" srcOrd="0" destOrd="0" parTransId="{F8A85FF9-19B9-4C4D-80D4-8AC13DDFFF3D}" sibTransId="{A76ADBB7-CC46-44F4-A2F9-748A422A4334}"/>
    <dgm:cxn modelId="{5A3612E9-1E92-4882-90C4-FBB01B601146}" type="presOf" srcId="{66CEF8DF-EE5C-4695-A2C8-29F252DFCEAE}" destId="{40F2C9D6-665F-4191-9CF0-1516C90A6D2C}" srcOrd="0" destOrd="0" presId="urn:microsoft.com/office/officeart/2005/8/layout/pList2"/>
    <dgm:cxn modelId="{1BA63DEB-2174-46BC-9499-757E694B3513}" srcId="{6132583F-96F6-44B9-A03A-C26B19ACE308}" destId="{66CEF8DF-EE5C-4695-A2C8-29F252DFCEAE}" srcOrd="1" destOrd="0" parTransId="{919FC91B-19D2-48E6-ABC6-3A75FE16D367}" sibTransId="{7C42024B-AEFF-48B8-A4E5-E9E03D09CA1A}"/>
    <dgm:cxn modelId="{6C93F9FA-4394-4807-8456-3AAE71115B12}" srcId="{6132583F-96F6-44B9-A03A-C26B19ACE308}" destId="{57A8B3CC-ADB0-4896-B7E6-9D936C420FEB}" srcOrd="2" destOrd="0" parTransId="{399D69A0-EF6B-4022-AF49-1521FCB1877B}" sibTransId="{F07BB9ED-484F-4F1B-AFC0-9D601EA66E44}"/>
    <dgm:cxn modelId="{6276FBB8-04D7-412E-855E-927EE5F154E0}" type="presParOf" srcId="{4BCC5D80-6006-4267-9685-B1041C846741}" destId="{8A535CAC-A4B6-4CC7-A2C6-CF23288F5A1B}" srcOrd="0" destOrd="0" presId="urn:microsoft.com/office/officeart/2005/8/layout/pList2"/>
    <dgm:cxn modelId="{FE3374B1-DB50-48DF-9234-6783E925B632}" type="presParOf" srcId="{4BCC5D80-6006-4267-9685-B1041C846741}" destId="{05250498-CE37-49AD-80EA-B9638FE72C6B}" srcOrd="1" destOrd="0" presId="urn:microsoft.com/office/officeart/2005/8/layout/pList2"/>
    <dgm:cxn modelId="{E9BB7943-31F4-47C4-A8DA-ECDF441285FC}" type="presParOf" srcId="{05250498-CE37-49AD-80EA-B9638FE72C6B}" destId="{D92122D8-B56A-4C07-9D6F-5E9C78209B85}" srcOrd="0" destOrd="0" presId="urn:microsoft.com/office/officeart/2005/8/layout/pList2"/>
    <dgm:cxn modelId="{F05D0EB9-134C-4F5C-A828-F960E9D58298}" type="presParOf" srcId="{D92122D8-B56A-4C07-9D6F-5E9C78209B85}" destId="{C4F4C4E3-6C7A-4023-95C5-0BA8916728F5}" srcOrd="0" destOrd="0" presId="urn:microsoft.com/office/officeart/2005/8/layout/pList2"/>
    <dgm:cxn modelId="{DB3479BE-F68B-4E20-9F00-0B023DA4CC1F}" type="presParOf" srcId="{D92122D8-B56A-4C07-9D6F-5E9C78209B85}" destId="{53016398-BC7B-4292-A909-71B80320B4A3}" srcOrd="1" destOrd="0" presId="urn:microsoft.com/office/officeart/2005/8/layout/pList2"/>
    <dgm:cxn modelId="{BBF3F6BD-3277-4854-A99A-B540071209A4}" type="presParOf" srcId="{D92122D8-B56A-4C07-9D6F-5E9C78209B85}" destId="{FC9686FD-A073-4B33-9EC9-B0FF67399FE1}" srcOrd="2" destOrd="0" presId="urn:microsoft.com/office/officeart/2005/8/layout/pList2"/>
    <dgm:cxn modelId="{B0FE32D6-FD0B-419C-88F3-D02AE6485955}" type="presParOf" srcId="{05250498-CE37-49AD-80EA-B9638FE72C6B}" destId="{1FD2312B-F3CF-4E02-B423-D5A3CF9AD9A7}" srcOrd="1" destOrd="0" presId="urn:microsoft.com/office/officeart/2005/8/layout/pList2"/>
    <dgm:cxn modelId="{CA78DE2F-CEDD-42EC-A916-471F54822A50}" type="presParOf" srcId="{05250498-CE37-49AD-80EA-B9638FE72C6B}" destId="{53C49941-9C2B-4753-B625-199A97FD898F}" srcOrd="2" destOrd="0" presId="urn:microsoft.com/office/officeart/2005/8/layout/pList2"/>
    <dgm:cxn modelId="{278BD7F3-867C-4AE8-A71F-30092C061E9C}" type="presParOf" srcId="{53C49941-9C2B-4753-B625-199A97FD898F}" destId="{40F2C9D6-665F-4191-9CF0-1516C90A6D2C}" srcOrd="0" destOrd="0" presId="urn:microsoft.com/office/officeart/2005/8/layout/pList2"/>
    <dgm:cxn modelId="{97072677-6033-4D8C-922E-5DF9EB320CED}" type="presParOf" srcId="{53C49941-9C2B-4753-B625-199A97FD898F}" destId="{AAFD229D-A599-47DB-B231-A46CEFA9A781}" srcOrd="1" destOrd="0" presId="urn:microsoft.com/office/officeart/2005/8/layout/pList2"/>
    <dgm:cxn modelId="{93797E1D-C3C3-49F7-98E2-DF508C6E24B1}" type="presParOf" srcId="{53C49941-9C2B-4753-B625-199A97FD898F}" destId="{C6B38B8E-A1B2-4D18-A2EA-9892264CEC90}" srcOrd="2" destOrd="0" presId="urn:microsoft.com/office/officeart/2005/8/layout/pList2"/>
    <dgm:cxn modelId="{E37ECBF9-A9D8-496A-9C4F-FE533F143A60}" type="presParOf" srcId="{05250498-CE37-49AD-80EA-B9638FE72C6B}" destId="{482E9736-E6C7-404C-B77C-E61AC1B2EE3A}" srcOrd="3" destOrd="0" presId="urn:microsoft.com/office/officeart/2005/8/layout/pList2"/>
    <dgm:cxn modelId="{3D78F660-FEFB-43DD-B7F4-6ABEE9163154}" type="presParOf" srcId="{05250498-CE37-49AD-80EA-B9638FE72C6B}" destId="{787C1369-414A-4A7F-B8C4-FE95EA7A9B5A}" srcOrd="4" destOrd="0" presId="urn:microsoft.com/office/officeart/2005/8/layout/pList2"/>
    <dgm:cxn modelId="{F2DAC5F6-9929-4479-8020-C294C811CB4C}" type="presParOf" srcId="{787C1369-414A-4A7F-B8C4-FE95EA7A9B5A}" destId="{045D6FCE-4C21-415D-A195-6B4CF748B1C8}" srcOrd="0" destOrd="0" presId="urn:microsoft.com/office/officeart/2005/8/layout/pList2"/>
    <dgm:cxn modelId="{B1239CA5-F018-4980-B2F5-255F5B697E30}" type="presParOf" srcId="{787C1369-414A-4A7F-B8C4-FE95EA7A9B5A}" destId="{91D55FB3-BD39-418B-A3CC-111AFF6A83BF}" srcOrd="1" destOrd="0" presId="urn:microsoft.com/office/officeart/2005/8/layout/pList2"/>
    <dgm:cxn modelId="{4213ADBE-68D1-4440-83EA-5CB333B71632}" type="presParOf" srcId="{787C1369-414A-4A7F-B8C4-FE95EA7A9B5A}" destId="{06BD4E2A-FC00-4CD5-9A9C-2298A625FB5A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D6D09A-2DE5-4B88-9692-8CA13BD98A0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0BB70B-3EEC-4E6A-A3DB-A01371548ED9}">
      <dgm:prSet phldrT="[Text]" phldr="0"/>
      <dgm:spPr>
        <a:solidFill>
          <a:schemeClr val="accent2"/>
        </a:solidFill>
      </dgm:spPr>
      <dgm:t>
        <a:bodyPr/>
        <a:lstStyle/>
        <a:p>
          <a:r>
            <a:rPr lang="en-US"/>
            <a:t>RFID</a:t>
          </a:r>
          <a:br>
            <a:rPr lang="en-US"/>
          </a:br>
          <a:r>
            <a:rPr lang="en-US"/>
            <a:t>SYSTEM</a:t>
          </a:r>
        </a:p>
      </dgm:t>
    </dgm:pt>
    <dgm:pt modelId="{102B5A4A-FBB9-4BF7-BB9C-15AA4F2BB3ED}" type="parTrans" cxnId="{07AAFF3E-0F1E-4926-9FCA-228B6F726B2E}">
      <dgm:prSet/>
      <dgm:spPr/>
      <dgm:t>
        <a:bodyPr/>
        <a:lstStyle/>
        <a:p>
          <a:endParaRPr lang="en-US"/>
        </a:p>
      </dgm:t>
    </dgm:pt>
    <dgm:pt modelId="{75692C3C-15CA-49D8-96DF-AE5315053324}" type="sibTrans" cxnId="{07AAFF3E-0F1E-4926-9FCA-228B6F726B2E}">
      <dgm:prSet/>
      <dgm:spPr/>
      <dgm:t>
        <a:bodyPr/>
        <a:lstStyle/>
        <a:p>
          <a:endParaRPr lang="en-US"/>
        </a:p>
      </dgm:t>
    </dgm:pt>
    <dgm:pt modelId="{DFB720C2-DD12-4478-B0E5-B06EB2473F80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/>
            <a:t>TIME </a:t>
          </a:r>
          <a:br>
            <a:rPr lang="en-US" dirty="0"/>
          </a:br>
          <a:r>
            <a:rPr lang="en-US" dirty="0"/>
            <a:t>SAVING</a:t>
          </a:r>
        </a:p>
      </dgm:t>
    </dgm:pt>
    <dgm:pt modelId="{CBBD3570-F17C-412D-BD88-F9DF9134DA06}" type="parTrans" cxnId="{9B3F5044-FC6A-4D20-898B-38F13DC45F4F}">
      <dgm:prSet/>
      <dgm:spPr/>
      <dgm:t>
        <a:bodyPr/>
        <a:lstStyle/>
        <a:p>
          <a:endParaRPr lang="en-US"/>
        </a:p>
      </dgm:t>
    </dgm:pt>
    <dgm:pt modelId="{0AD173A3-0FA0-4996-94AD-272F3B4B8339}" type="sibTrans" cxnId="{9B3F5044-FC6A-4D20-898B-38F13DC45F4F}">
      <dgm:prSet/>
      <dgm:spPr/>
      <dgm:t>
        <a:bodyPr/>
        <a:lstStyle/>
        <a:p>
          <a:endParaRPr lang="en-US"/>
        </a:p>
      </dgm:t>
    </dgm:pt>
    <dgm:pt modelId="{5EBF81D8-3894-4A76-9349-8F3BAB054308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 dirty="0"/>
            <a:t>ACCURACY</a:t>
          </a:r>
        </a:p>
      </dgm:t>
    </dgm:pt>
    <dgm:pt modelId="{D9AB9498-E93F-474D-8C01-307AAC5B913A}" type="parTrans" cxnId="{870FE31B-D83A-4F79-B0C5-A05C386C0D8B}">
      <dgm:prSet/>
      <dgm:spPr/>
      <dgm:t>
        <a:bodyPr/>
        <a:lstStyle/>
        <a:p>
          <a:endParaRPr lang="en-US"/>
        </a:p>
      </dgm:t>
    </dgm:pt>
    <dgm:pt modelId="{74A3DACE-93DB-4563-9698-E040D8729F1A}" type="sibTrans" cxnId="{870FE31B-D83A-4F79-B0C5-A05C386C0D8B}">
      <dgm:prSet/>
      <dgm:spPr/>
      <dgm:t>
        <a:bodyPr/>
        <a:lstStyle/>
        <a:p>
          <a:endParaRPr lang="en-US"/>
        </a:p>
      </dgm:t>
    </dgm:pt>
    <dgm:pt modelId="{4B2CF610-4F04-44E2-B5B2-861A30A6B2C2}">
      <dgm:prSet phldrT="[Text]" phldr="0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/>
            <a:t>REDUCE</a:t>
          </a:r>
          <a:br>
            <a:rPr lang="en-US"/>
          </a:br>
          <a:r>
            <a:rPr lang="en-US"/>
            <a:t>PROXY</a:t>
          </a:r>
          <a:endParaRPr lang="en-US" dirty="0"/>
        </a:p>
      </dgm:t>
    </dgm:pt>
    <dgm:pt modelId="{DECA9D02-4B86-447B-A6D6-4D794DAAF71D}" type="parTrans" cxnId="{36F20997-64B5-4E12-854C-8F15A318B113}">
      <dgm:prSet/>
      <dgm:spPr/>
      <dgm:t>
        <a:bodyPr/>
        <a:lstStyle/>
        <a:p>
          <a:endParaRPr lang="en-US"/>
        </a:p>
      </dgm:t>
    </dgm:pt>
    <dgm:pt modelId="{44B57718-264A-4699-8F74-FF19E304BEE6}" type="sibTrans" cxnId="{36F20997-64B5-4E12-854C-8F15A318B113}">
      <dgm:prSet/>
      <dgm:spPr/>
      <dgm:t>
        <a:bodyPr/>
        <a:lstStyle/>
        <a:p>
          <a:endParaRPr lang="en-US"/>
        </a:p>
      </dgm:t>
    </dgm:pt>
    <dgm:pt modelId="{BD68B1C2-607A-47B2-9AD6-B10E0A128318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/>
            <a:t>BETTER MANAGEMENT</a:t>
          </a:r>
          <a:endParaRPr lang="en-US" dirty="0"/>
        </a:p>
      </dgm:t>
    </dgm:pt>
    <dgm:pt modelId="{61B68B1B-41A8-49FC-B8B0-FFFC7BA456B2}" type="parTrans" cxnId="{4662AC24-91D4-4895-9084-47A86D1EB74F}">
      <dgm:prSet/>
      <dgm:spPr/>
      <dgm:t>
        <a:bodyPr/>
        <a:lstStyle/>
        <a:p>
          <a:endParaRPr lang="en-US"/>
        </a:p>
      </dgm:t>
    </dgm:pt>
    <dgm:pt modelId="{48CEA11C-3DAA-4559-8E46-87B0BDCFBB24}" type="sibTrans" cxnId="{4662AC24-91D4-4895-9084-47A86D1EB74F}">
      <dgm:prSet/>
      <dgm:spPr/>
      <dgm:t>
        <a:bodyPr/>
        <a:lstStyle/>
        <a:p>
          <a:endParaRPr lang="en-US"/>
        </a:p>
      </dgm:t>
    </dgm:pt>
    <dgm:pt modelId="{D953F316-A37C-46E3-BEC5-9D04FD072958}" type="pres">
      <dgm:prSet presAssocID="{05D6D09A-2DE5-4B88-9692-8CA13BD98A03}" presName="Name0" presStyleCnt="0">
        <dgm:presLayoutVars>
          <dgm:dir/>
          <dgm:resizeHandles val="exact"/>
        </dgm:presLayoutVars>
      </dgm:prSet>
      <dgm:spPr/>
    </dgm:pt>
    <dgm:pt modelId="{5F2F604C-778B-4285-816E-0E861600CA3D}" type="pres">
      <dgm:prSet presAssocID="{2C0BB70B-3EEC-4E6A-A3DB-A01371548ED9}" presName="node" presStyleLbl="node1" presStyleIdx="0" presStyleCnt="5">
        <dgm:presLayoutVars>
          <dgm:bulletEnabled val="1"/>
        </dgm:presLayoutVars>
      </dgm:prSet>
      <dgm:spPr/>
    </dgm:pt>
    <dgm:pt modelId="{D5CBA11D-63E1-4F1D-B3F7-C17AA6EB3EBF}" type="pres">
      <dgm:prSet presAssocID="{75692C3C-15CA-49D8-96DF-AE5315053324}" presName="sibTrans" presStyleLbl="sibTrans2D1" presStyleIdx="0" presStyleCnt="4"/>
      <dgm:spPr/>
    </dgm:pt>
    <dgm:pt modelId="{5F8A4501-8DE4-4BEB-9AED-C2D61C95E392}" type="pres">
      <dgm:prSet presAssocID="{75692C3C-15CA-49D8-96DF-AE5315053324}" presName="connectorText" presStyleLbl="sibTrans2D1" presStyleIdx="0" presStyleCnt="4"/>
      <dgm:spPr/>
    </dgm:pt>
    <dgm:pt modelId="{F44CCEAB-B9F0-4D40-807A-8A48732A165C}" type="pres">
      <dgm:prSet presAssocID="{DFB720C2-DD12-4478-B0E5-B06EB2473F80}" presName="node" presStyleLbl="node1" presStyleIdx="1" presStyleCnt="5">
        <dgm:presLayoutVars>
          <dgm:bulletEnabled val="1"/>
        </dgm:presLayoutVars>
      </dgm:prSet>
      <dgm:spPr/>
    </dgm:pt>
    <dgm:pt modelId="{1F2DDFD8-88DA-4641-81EB-AB041E556239}" type="pres">
      <dgm:prSet presAssocID="{0AD173A3-0FA0-4996-94AD-272F3B4B8339}" presName="sibTrans" presStyleLbl="sibTrans2D1" presStyleIdx="1" presStyleCnt="4"/>
      <dgm:spPr/>
    </dgm:pt>
    <dgm:pt modelId="{0DD07E7B-4A1F-400D-BBE4-BE98086E5B1A}" type="pres">
      <dgm:prSet presAssocID="{0AD173A3-0FA0-4996-94AD-272F3B4B8339}" presName="connectorText" presStyleLbl="sibTrans2D1" presStyleIdx="1" presStyleCnt="4"/>
      <dgm:spPr/>
    </dgm:pt>
    <dgm:pt modelId="{F36B03BB-87DD-40BD-B83F-FA13182E6A1A}" type="pres">
      <dgm:prSet presAssocID="{5EBF81D8-3894-4A76-9349-8F3BAB054308}" presName="node" presStyleLbl="node1" presStyleIdx="2" presStyleCnt="5">
        <dgm:presLayoutVars>
          <dgm:bulletEnabled val="1"/>
        </dgm:presLayoutVars>
      </dgm:prSet>
      <dgm:spPr/>
    </dgm:pt>
    <dgm:pt modelId="{E9D2560A-36F8-48A5-A49E-F7BAA5A8672C}" type="pres">
      <dgm:prSet presAssocID="{74A3DACE-93DB-4563-9698-E040D8729F1A}" presName="sibTrans" presStyleLbl="sibTrans2D1" presStyleIdx="2" presStyleCnt="4"/>
      <dgm:spPr/>
    </dgm:pt>
    <dgm:pt modelId="{66E79F0A-6316-4D46-9E57-AB2292E8DDEF}" type="pres">
      <dgm:prSet presAssocID="{74A3DACE-93DB-4563-9698-E040D8729F1A}" presName="connectorText" presStyleLbl="sibTrans2D1" presStyleIdx="2" presStyleCnt="4"/>
      <dgm:spPr/>
    </dgm:pt>
    <dgm:pt modelId="{DCE8D8F1-AE84-4048-A49B-FBDBB6D98A68}" type="pres">
      <dgm:prSet presAssocID="{4B2CF610-4F04-44E2-B5B2-861A30A6B2C2}" presName="node" presStyleLbl="node1" presStyleIdx="3" presStyleCnt="5">
        <dgm:presLayoutVars>
          <dgm:bulletEnabled val="1"/>
        </dgm:presLayoutVars>
      </dgm:prSet>
      <dgm:spPr/>
    </dgm:pt>
    <dgm:pt modelId="{CC9E4BE9-08B9-408E-80CD-4E277420DEAF}" type="pres">
      <dgm:prSet presAssocID="{44B57718-264A-4699-8F74-FF19E304BEE6}" presName="sibTrans" presStyleLbl="sibTrans2D1" presStyleIdx="3" presStyleCnt="4"/>
      <dgm:spPr/>
    </dgm:pt>
    <dgm:pt modelId="{DF2FE842-27EE-4C06-B1BE-C0FD52FD1B90}" type="pres">
      <dgm:prSet presAssocID="{44B57718-264A-4699-8F74-FF19E304BEE6}" presName="connectorText" presStyleLbl="sibTrans2D1" presStyleIdx="3" presStyleCnt="4"/>
      <dgm:spPr/>
    </dgm:pt>
    <dgm:pt modelId="{289021ED-BAA7-4A60-8DCE-111451253D44}" type="pres">
      <dgm:prSet presAssocID="{BD68B1C2-607A-47B2-9AD6-B10E0A128318}" presName="node" presStyleLbl="node1" presStyleIdx="4" presStyleCnt="5">
        <dgm:presLayoutVars>
          <dgm:bulletEnabled val="1"/>
        </dgm:presLayoutVars>
      </dgm:prSet>
      <dgm:spPr/>
    </dgm:pt>
  </dgm:ptLst>
  <dgm:cxnLst>
    <dgm:cxn modelId="{390B9D0E-2134-4DA1-A2E9-86EDAE70B728}" type="presOf" srcId="{75692C3C-15CA-49D8-96DF-AE5315053324}" destId="{5F8A4501-8DE4-4BEB-9AED-C2D61C95E392}" srcOrd="1" destOrd="0" presId="urn:microsoft.com/office/officeart/2005/8/layout/process1"/>
    <dgm:cxn modelId="{1CE53A12-C5D4-4EEA-9960-C53319F82744}" type="presOf" srcId="{0AD173A3-0FA0-4996-94AD-272F3B4B8339}" destId="{1F2DDFD8-88DA-4641-81EB-AB041E556239}" srcOrd="0" destOrd="0" presId="urn:microsoft.com/office/officeart/2005/8/layout/process1"/>
    <dgm:cxn modelId="{870FE31B-D83A-4F79-B0C5-A05C386C0D8B}" srcId="{05D6D09A-2DE5-4B88-9692-8CA13BD98A03}" destId="{5EBF81D8-3894-4A76-9349-8F3BAB054308}" srcOrd="2" destOrd="0" parTransId="{D9AB9498-E93F-474D-8C01-307AAC5B913A}" sibTransId="{74A3DACE-93DB-4563-9698-E040D8729F1A}"/>
    <dgm:cxn modelId="{4662AC24-91D4-4895-9084-47A86D1EB74F}" srcId="{05D6D09A-2DE5-4B88-9692-8CA13BD98A03}" destId="{BD68B1C2-607A-47B2-9AD6-B10E0A128318}" srcOrd="4" destOrd="0" parTransId="{61B68B1B-41A8-49FC-B8B0-FFFC7BA456B2}" sibTransId="{48CEA11C-3DAA-4559-8E46-87B0BDCFBB24}"/>
    <dgm:cxn modelId="{FC1C5125-116A-4AC6-8642-F79BB4872DF6}" type="presOf" srcId="{44B57718-264A-4699-8F74-FF19E304BEE6}" destId="{DF2FE842-27EE-4C06-B1BE-C0FD52FD1B90}" srcOrd="1" destOrd="0" presId="urn:microsoft.com/office/officeart/2005/8/layout/process1"/>
    <dgm:cxn modelId="{53FA8631-D066-4E2B-98F4-4DE379EEB825}" type="presOf" srcId="{2C0BB70B-3EEC-4E6A-A3DB-A01371548ED9}" destId="{5F2F604C-778B-4285-816E-0E861600CA3D}" srcOrd="0" destOrd="0" presId="urn:microsoft.com/office/officeart/2005/8/layout/process1"/>
    <dgm:cxn modelId="{07AAFF3E-0F1E-4926-9FCA-228B6F726B2E}" srcId="{05D6D09A-2DE5-4B88-9692-8CA13BD98A03}" destId="{2C0BB70B-3EEC-4E6A-A3DB-A01371548ED9}" srcOrd="0" destOrd="0" parTransId="{102B5A4A-FBB9-4BF7-BB9C-15AA4F2BB3ED}" sibTransId="{75692C3C-15CA-49D8-96DF-AE5315053324}"/>
    <dgm:cxn modelId="{9B3F5044-FC6A-4D20-898B-38F13DC45F4F}" srcId="{05D6D09A-2DE5-4B88-9692-8CA13BD98A03}" destId="{DFB720C2-DD12-4478-B0E5-B06EB2473F80}" srcOrd="1" destOrd="0" parTransId="{CBBD3570-F17C-412D-BD88-F9DF9134DA06}" sibTransId="{0AD173A3-0FA0-4996-94AD-272F3B4B8339}"/>
    <dgm:cxn modelId="{3A613249-287F-4F2C-A276-5FCC7F336724}" type="presOf" srcId="{0AD173A3-0FA0-4996-94AD-272F3B4B8339}" destId="{0DD07E7B-4A1F-400D-BBE4-BE98086E5B1A}" srcOrd="1" destOrd="0" presId="urn:microsoft.com/office/officeart/2005/8/layout/process1"/>
    <dgm:cxn modelId="{5228157B-9A40-435C-AA84-BFC016DC96D7}" type="presOf" srcId="{44B57718-264A-4699-8F74-FF19E304BEE6}" destId="{CC9E4BE9-08B9-408E-80CD-4E277420DEAF}" srcOrd="0" destOrd="0" presId="urn:microsoft.com/office/officeart/2005/8/layout/process1"/>
    <dgm:cxn modelId="{88A61E7F-ACA1-47F1-91F8-E188DF976813}" type="presOf" srcId="{74A3DACE-93DB-4563-9698-E040D8729F1A}" destId="{E9D2560A-36F8-48A5-A49E-F7BAA5A8672C}" srcOrd="0" destOrd="0" presId="urn:microsoft.com/office/officeart/2005/8/layout/process1"/>
    <dgm:cxn modelId="{98DE3182-D7DE-4B8A-998E-88BCF4C29FEB}" type="presOf" srcId="{05D6D09A-2DE5-4B88-9692-8CA13BD98A03}" destId="{D953F316-A37C-46E3-BEC5-9D04FD072958}" srcOrd="0" destOrd="0" presId="urn:microsoft.com/office/officeart/2005/8/layout/process1"/>
    <dgm:cxn modelId="{FD025C8B-183D-48E7-8E56-078503869FCE}" type="presOf" srcId="{75692C3C-15CA-49D8-96DF-AE5315053324}" destId="{D5CBA11D-63E1-4F1D-B3F7-C17AA6EB3EBF}" srcOrd="0" destOrd="0" presId="urn:microsoft.com/office/officeart/2005/8/layout/process1"/>
    <dgm:cxn modelId="{36F20997-64B5-4E12-854C-8F15A318B113}" srcId="{05D6D09A-2DE5-4B88-9692-8CA13BD98A03}" destId="{4B2CF610-4F04-44E2-B5B2-861A30A6B2C2}" srcOrd="3" destOrd="0" parTransId="{DECA9D02-4B86-447B-A6D6-4D794DAAF71D}" sibTransId="{44B57718-264A-4699-8F74-FF19E304BEE6}"/>
    <dgm:cxn modelId="{BA1963B1-8BDD-4221-B8B2-BDDEAC51DF5B}" type="presOf" srcId="{4B2CF610-4F04-44E2-B5B2-861A30A6B2C2}" destId="{DCE8D8F1-AE84-4048-A49B-FBDBB6D98A68}" srcOrd="0" destOrd="0" presId="urn:microsoft.com/office/officeart/2005/8/layout/process1"/>
    <dgm:cxn modelId="{B860FFB2-D765-4506-841F-1BED9CDF72AA}" type="presOf" srcId="{DFB720C2-DD12-4478-B0E5-B06EB2473F80}" destId="{F44CCEAB-B9F0-4D40-807A-8A48732A165C}" srcOrd="0" destOrd="0" presId="urn:microsoft.com/office/officeart/2005/8/layout/process1"/>
    <dgm:cxn modelId="{13C32BD1-B66A-486D-B584-202C12B0A8B6}" type="presOf" srcId="{5EBF81D8-3894-4A76-9349-8F3BAB054308}" destId="{F36B03BB-87DD-40BD-B83F-FA13182E6A1A}" srcOrd="0" destOrd="0" presId="urn:microsoft.com/office/officeart/2005/8/layout/process1"/>
    <dgm:cxn modelId="{0249F9E1-9D3A-4E3D-B72E-0A67E6A81938}" type="presOf" srcId="{74A3DACE-93DB-4563-9698-E040D8729F1A}" destId="{66E79F0A-6316-4D46-9E57-AB2292E8DDEF}" srcOrd="1" destOrd="0" presId="urn:microsoft.com/office/officeart/2005/8/layout/process1"/>
    <dgm:cxn modelId="{014B7DE9-7CA7-4435-B1BB-93308E636CC2}" type="presOf" srcId="{BD68B1C2-607A-47B2-9AD6-B10E0A128318}" destId="{289021ED-BAA7-4A60-8DCE-111451253D44}" srcOrd="0" destOrd="0" presId="urn:microsoft.com/office/officeart/2005/8/layout/process1"/>
    <dgm:cxn modelId="{945C14CB-5A44-4E46-8A03-F638362C99CB}" type="presParOf" srcId="{D953F316-A37C-46E3-BEC5-9D04FD072958}" destId="{5F2F604C-778B-4285-816E-0E861600CA3D}" srcOrd="0" destOrd="0" presId="urn:microsoft.com/office/officeart/2005/8/layout/process1"/>
    <dgm:cxn modelId="{EE92B77A-3E0F-428A-8C24-698F29077531}" type="presParOf" srcId="{D953F316-A37C-46E3-BEC5-9D04FD072958}" destId="{D5CBA11D-63E1-4F1D-B3F7-C17AA6EB3EBF}" srcOrd="1" destOrd="0" presId="urn:microsoft.com/office/officeart/2005/8/layout/process1"/>
    <dgm:cxn modelId="{C8932DFA-2A57-442C-A544-B028ED162246}" type="presParOf" srcId="{D5CBA11D-63E1-4F1D-B3F7-C17AA6EB3EBF}" destId="{5F8A4501-8DE4-4BEB-9AED-C2D61C95E392}" srcOrd="0" destOrd="0" presId="urn:microsoft.com/office/officeart/2005/8/layout/process1"/>
    <dgm:cxn modelId="{3924CC70-ABAE-4663-B91C-B6F0641C013F}" type="presParOf" srcId="{D953F316-A37C-46E3-BEC5-9D04FD072958}" destId="{F44CCEAB-B9F0-4D40-807A-8A48732A165C}" srcOrd="2" destOrd="0" presId="urn:microsoft.com/office/officeart/2005/8/layout/process1"/>
    <dgm:cxn modelId="{E7B68680-5FC3-42E8-8CF8-0ED80CAB14E3}" type="presParOf" srcId="{D953F316-A37C-46E3-BEC5-9D04FD072958}" destId="{1F2DDFD8-88DA-4641-81EB-AB041E556239}" srcOrd="3" destOrd="0" presId="urn:microsoft.com/office/officeart/2005/8/layout/process1"/>
    <dgm:cxn modelId="{81CF159B-72C3-410B-9047-33C7CF7BAA46}" type="presParOf" srcId="{1F2DDFD8-88DA-4641-81EB-AB041E556239}" destId="{0DD07E7B-4A1F-400D-BBE4-BE98086E5B1A}" srcOrd="0" destOrd="0" presId="urn:microsoft.com/office/officeart/2005/8/layout/process1"/>
    <dgm:cxn modelId="{59EDB5AA-259F-4834-A880-B4EE8B09E6B8}" type="presParOf" srcId="{D953F316-A37C-46E3-BEC5-9D04FD072958}" destId="{F36B03BB-87DD-40BD-B83F-FA13182E6A1A}" srcOrd="4" destOrd="0" presId="urn:microsoft.com/office/officeart/2005/8/layout/process1"/>
    <dgm:cxn modelId="{D3B4793E-9AC2-4998-B7F3-27D264D411C1}" type="presParOf" srcId="{D953F316-A37C-46E3-BEC5-9D04FD072958}" destId="{E9D2560A-36F8-48A5-A49E-F7BAA5A8672C}" srcOrd="5" destOrd="0" presId="urn:microsoft.com/office/officeart/2005/8/layout/process1"/>
    <dgm:cxn modelId="{3FD7ECDB-B14D-4DB5-9CE0-00DD6086FA65}" type="presParOf" srcId="{E9D2560A-36F8-48A5-A49E-F7BAA5A8672C}" destId="{66E79F0A-6316-4D46-9E57-AB2292E8DDEF}" srcOrd="0" destOrd="0" presId="urn:microsoft.com/office/officeart/2005/8/layout/process1"/>
    <dgm:cxn modelId="{4B2D3D14-3AC8-4848-A967-B5893D5519F6}" type="presParOf" srcId="{D953F316-A37C-46E3-BEC5-9D04FD072958}" destId="{DCE8D8F1-AE84-4048-A49B-FBDBB6D98A68}" srcOrd="6" destOrd="0" presId="urn:microsoft.com/office/officeart/2005/8/layout/process1"/>
    <dgm:cxn modelId="{3458C96C-3AC1-471C-BA0E-C6EDCF809710}" type="presParOf" srcId="{D953F316-A37C-46E3-BEC5-9D04FD072958}" destId="{CC9E4BE9-08B9-408E-80CD-4E277420DEAF}" srcOrd="7" destOrd="0" presId="urn:microsoft.com/office/officeart/2005/8/layout/process1"/>
    <dgm:cxn modelId="{A296499B-1361-4CE3-9604-84BC53B2D1D1}" type="presParOf" srcId="{CC9E4BE9-08B9-408E-80CD-4E277420DEAF}" destId="{DF2FE842-27EE-4C06-B1BE-C0FD52FD1B90}" srcOrd="0" destOrd="0" presId="urn:microsoft.com/office/officeart/2005/8/layout/process1"/>
    <dgm:cxn modelId="{4999127C-8D15-4A91-9D94-4025896335D7}" type="presParOf" srcId="{D953F316-A37C-46E3-BEC5-9D04FD072958}" destId="{289021ED-BAA7-4A60-8DCE-111451253D4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F14FFF-8925-4ED7-AE91-D1EA262FC4A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D1B533-B312-4779-B804-1093EFA881D5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/>
            <a:t>RFID </a:t>
          </a:r>
          <a:br>
            <a:rPr lang="en-US"/>
          </a:br>
          <a:r>
            <a:rPr lang="en-US"/>
            <a:t>SYSTEM</a:t>
          </a:r>
        </a:p>
      </dgm:t>
    </dgm:pt>
    <dgm:pt modelId="{0A336077-CAA8-4462-9FFE-F7A3C22FEDDD}" type="parTrans" cxnId="{EE98C724-064F-4B4A-859F-0B7FE33408DB}">
      <dgm:prSet/>
      <dgm:spPr/>
      <dgm:t>
        <a:bodyPr/>
        <a:lstStyle/>
        <a:p>
          <a:endParaRPr lang="en-US"/>
        </a:p>
      </dgm:t>
    </dgm:pt>
    <dgm:pt modelId="{19BED749-705E-4330-B1BA-C51AB80D136A}" type="sibTrans" cxnId="{EE98C724-064F-4B4A-859F-0B7FE33408DB}">
      <dgm:prSet/>
      <dgm:spPr/>
      <dgm:t>
        <a:bodyPr/>
        <a:lstStyle/>
        <a:p>
          <a:endParaRPr lang="en-US"/>
        </a:p>
      </dgm:t>
    </dgm:pt>
    <dgm:pt modelId="{EDF4DB45-DEBC-4D85-AAE9-76A5C9610B70}">
      <dgm:prSet phldrT="[Text]" phldr="0"/>
      <dgm:spPr>
        <a:solidFill>
          <a:srgbClr val="0070C0"/>
        </a:solidFill>
      </dgm:spPr>
      <dgm:t>
        <a:bodyPr/>
        <a:lstStyle/>
        <a:p>
          <a:r>
            <a:rPr lang="en-US" dirty="0"/>
            <a:t>MOBILE </a:t>
          </a:r>
          <a:br>
            <a:rPr lang="en-US" dirty="0"/>
          </a:br>
          <a:r>
            <a:rPr lang="en-US" dirty="0"/>
            <a:t>APP</a:t>
          </a:r>
        </a:p>
      </dgm:t>
    </dgm:pt>
    <dgm:pt modelId="{F9F6288E-C03B-41C2-BDAC-74ECD02CDC6A}" type="parTrans" cxnId="{2BAF9A4D-5E3F-4C82-AA3E-56C5DAB88AB4}">
      <dgm:prSet/>
      <dgm:spPr/>
      <dgm:t>
        <a:bodyPr/>
        <a:lstStyle/>
        <a:p>
          <a:endParaRPr lang="en-US"/>
        </a:p>
      </dgm:t>
    </dgm:pt>
    <dgm:pt modelId="{E762B168-078C-4E79-A6B8-7059AC148957}" type="sibTrans" cxnId="{2BAF9A4D-5E3F-4C82-AA3E-56C5DAB88AB4}">
      <dgm:prSet/>
      <dgm:spPr/>
      <dgm:t>
        <a:bodyPr/>
        <a:lstStyle/>
        <a:p>
          <a:endParaRPr lang="en-US"/>
        </a:p>
      </dgm:t>
    </dgm:pt>
    <dgm:pt modelId="{FEFB4456-EB99-4977-AB35-4D59366CC63B}">
      <dgm:prSet phldrT="[Text]" phldr="0"/>
      <dgm:spPr>
        <a:solidFill>
          <a:srgbClr val="C00000"/>
        </a:solidFill>
      </dgm:spPr>
      <dgm:t>
        <a:bodyPr/>
        <a:lstStyle/>
        <a:p>
          <a:r>
            <a:rPr lang="en-US" dirty="0"/>
            <a:t>FACE</a:t>
          </a:r>
          <a:br>
            <a:rPr lang="en-US" dirty="0"/>
          </a:br>
          <a:r>
            <a:rPr lang="en-US" dirty="0"/>
            <a:t>RECOGNITION</a:t>
          </a:r>
        </a:p>
      </dgm:t>
    </dgm:pt>
    <dgm:pt modelId="{B4A4BF0B-1DDD-4EA8-9EC6-0604850F1D16}" type="parTrans" cxnId="{97566E53-9AC3-4CA3-9EFE-B62325643500}">
      <dgm:prSet/>
      <dgm:spPr/>
      <dgm:t>
        <a:bodyPr/>
        <a:lstStyle/>
        <a:p>
          <a:endParaRPr lang="en-US"/>
        </a:p>
      </dgm:t>
    </dgm:pt>
    <dgm:pt modelId="{C260834A-40C5-4D9F-933F-478B37E84E64}" type="sibTrans" cxnId="{97566E53-9AC3-4CA3-9EFE-B62325643500}">
      <dgm:prSet/>
      <dgm:spPr/>
      <dgm:t>
        <a:bodyPr/>
        <a:lstStyle/>
        <a:p>
          <a:endParaRPr lang="en-US"/>
        </a:p>
      </dgm:t>
    </dgm:pt>
    <dgm:pt modelId="{469AF9D3-FF60-4DB0-99B2-98146DA300D1}">
      <dgm:prSet phldrT="[Text]" phldr="0"/>
      <dgm:spPr>
        <a:solidFill>
          <a:srgbClr val="00B050"/>
        </a:solidFill>
      </dgm:spPr>
      <dgm:t>
        <a:bodyPr/>
        <a:lstStyle/>
        <a:p>
          <a:r>
            <a:rPr lang="en-US" dirty="0"/>
            <a:t>QR </a:t>
          </a:r>
          <a:br>
            <a:rPr lang="en-US" dirty="0"/>
          </a:br>
          <a:r>
            <a:rPr lang="en-US" dirty="0"/>
            <a:t>ATTENDENCE</a:t>
          </a:r>
        </a:p>
      </dgm:t>
    </dgm:pt>
    <dgm:pt modelId="{0F261E63-971B-4673-ABD8-4BFDF27D453C}" type="parTrans" cxnId="{7D128569-5C39-4391-800A-3C8CF8508CC7}">
      <dgm:prSet/>
      <dgm:spPr/>
      <dgm:t>
        <a:bodyPr/>
        <a:lstStyle/>
        <a:p>
          <a:endParaRPr lang="en-US"/>
        </a:p>
      </dgm:t>
    </dgm:pt>
    <dgm:pt modelId="{401A0480-F0CC-4605-9667-36FBEA9CFE11}" type="sibTrans" cxnId="{7D128569-5C39-4391-800A-3C8CF8508CC7}">
      <dgm:prSet/>
      <dgm:spPr/>
      <dgm:t>
        <a:bodyPr/>
        <a:lstStyle/>
        <a:p>
          <a:endParaRPr lang="en-US"/>
        </a:p>
      </dgm:t>
    </dgm:pt>
    <dgm:pt modelId="{B84E6DB1-D03C-4EE4-9C45-4B7DC65B95C3}" type="pres">
      <dgm:prSet presAssocID="{CEF14FFF-8925-4ED7-AE91-D1EA262FC4A1}" presName="CompostProcess" presStyleCnt="0">
        <dgm:presLayoutVars>
          <dgm:dir/>
          <dgm:resizeHandles val="exact"/>
        </dgm:presLayoutVars>
      </dgm:prSet>
      <dgm:spPr/>
    </dgm:pt>
    <dgm:pt modelId="{31FFA8CF-2ABE-4AD4-9E86-F5819F22DBFC}" type="pres">
      <dgm:prSet presAssocID="{CEF14FFF-8925-4ED7-AE91-D1EA262FC4A1}" presName="arrow" presStyleLbl="bgShp" presStyleIdx="0" presStyleCnt="1"/>
      <dgm:spPr>
        <a:solidFill>
          <a:srgbClr val="002060"/>
        </a:solidFill>
        <a:ln>
          <a:solidFill>
            <a:srgbClr val="FFFF00"/>
          </a:solidFill>
        </a:ln>
      </dgm:spPr>
    </dgm:pt>
    <dgm:pt modelId="{5A67620F-4482-4C8F-9652-CCF057902ECA}" type="pres">
      <dgm:prSet presAssocID="{CEF14FFF-8925-4ED7-AE91-D1EA262FC4A1}" presName="linearProcess" presStyleCnt="0"/>
      <dgm:spPr/>
    </dgm:pt>
    <dgm:pt modelId="{DD87D74B-5B72-4636-9ED6-BD245F8360B6}" type="pres">
      <dgm:prSet presAssocID="{69D1B533-B312-4779-B804-1093EFA881D5}" presName="textNode" presStyleLbl="node1" presStyleIdx="0" presStyleCnt="4">
        <dgm:presLayoutVars>
          <dgm:bulletEnabled val="1"/>
        </dgm:presLayoutVars>
      </dgm:prSet>
      <dgm:spPr/>
    </dgm:pt>
    <dgm:pt modelId="{4FE6EB84-2CA0-473C-902D-159094C87A87}" type="pres">
      <dgm:prSet presAssocID="{19BED749-705E-4330-B1BA-C51AB80D136A}" presName="sibTrans" presStyleCnt="0"/>
      <dgm:spPr/>
    </dgm:pt>
    <dgm:pt modelId="{BC9454D9-FA09-472B-84E8-5AB770E223E9}" type="pres">
      <dgm:prSet presAssocID="{469AF9D3-FF60-4DB0-99B2-98146DA300D1}" presName="textNode" presStyleLbl="node1" presStyleIdx="1" presStyleCnt="4">
        <dgm:presLayoutVars>
          <dgm:bulletEnabled val="1"/>
        </dgm:presLayoutVars>
      </dgm:prSet>
      <dgm:spPr/>
    </dgm:pt>
    <dgm:pt modelId="{E94294AB-9443-4342-91C1-E7ECE2DE0671}" type="pres">
      <dgm:prSet presAssocID="{401A0480-F0CC-4605-9667-36FBEA9CFE11}" presName="sibTrans" presStyleCnt="0"/>
      <dgm:spPr/>
    </dgm:pt>
    <dgm:pt modelId="{4FA3D906-9350-4239-98D2-7CE06F195877}" type="pres">
      <dgm:prSet presAssocID="{EDF4DB45-DEBC-4D85-AAE9-76A5C9610B70}" presName="textNode" presStyleLbl="node1" presStyleIdx="2" presStyleCnt="4" custLinFactNeighborX="7725" custLinFactNeighborY="-1763">
        <dgm:presLayoutVars>
          <dgm:bulletEnabled val="1"/>
        </dgm:presLayoutVars>
      </dgm:prSet>
      <dgm:spPr/>
    </dgm:pt>
    <dgm:pt modelId="{A34F231F-512D-4973-B3C6-54F32037DBAF}" type="pres">
      <dgm:prSet presAssocID="{E762B168-078C-4E79-A6B8-7059AC148957}" presName="sibTrans" presStyleCnt="0"/>
      <dgm:spPr/>
    </dgm:pt>
    <dgm:pt modelId="{6A5A9E5C-7D62-452C-A0EC-228CACB0B50B}" type="pres">
      <dgm:prSet presAssocID="{FEFB4456-EB99-4977-AB35-4D59366CC63B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AF2CE503-2D96-453C-9771-D0983038E03B}" type="presOf" srcId="{FEFB4456-EB99-4977-AB35-4D59366CC63B}" destId="{6A5A9E5C-7D62-452C-A0EC-228CACB0B50B}" srcOrd="0" destOrd="0" presId="urn:microsoft.com/office/officeart/2005/8/layout/hProcess9"/>
    <dgm:cxn modelId="{EE98C724-064F-4B4A-859F-0B7FE33408DB}" srcId="{CEF14FFF-8925-4ED7-AE91-D1EA262FC4A1}" destId="{69D1B533-B312-4779-B804-1093EFA881D5}" srcOrd="0" destOrd="0" parTransId="{0A336077-CAA8-4462-9FFE-F7A3C22FEDDD}" sibTransId="{19BED749-705E-4330-B1BA-C51AB80D136A}"/>
    <dgm:cxn modelId="{17CE2F63-5410-4A8F-8DA9-594095706FE1}" type="presOf" srcId="{69D1B533-B312-4779-B804-1093EFA881D5}" destId="{DD87D74B-5B72-4636-9ED6-BD245F8360B6}" srcOrd="0" destOrd="0" presId="urn:microsoft.com/office/officeart/2005/8/layout/hProcess9"/>
    <dgm:cxn modelId="{A2780348-D0F3-4950-8452-73A298B7B246}" type="presOf" srcId="{469AF9D3-FF60-4DB0-99B2-98146DA300D1}" destId="{BC9454D9-FA09-472B-84E8-5AB770E223E9}" srcOrd="0" destOrd="0" presId="urn:microsoft.com/office/officeart/2005/8/layout/hProcess9"/>
    <dgm:cxn modelId="{7D128569-5C39-4391-800A-3C8CF8508CC7}" srcId="{CEF14FFF-8925-4ED7-AE91-D1EA262FC4A1}" destId="{469AF9D3-FF60-4DB0-99B2-98146DA300D1}" srcOrd="1" destOrd="0" parTransId="{0F261E63-971B-4673-ABD8-4BFDF27D453C}" sibTransId="{401A0480-F0CC-4605-9667-36FBEA9CFE11}"/>
    <dgm:cxn modelId="{2BAF9A4D-5E3F-4C82-AA3E-56C5DAB88AB4}" srcId="{CEF14FFF-8925-4ED7-AE91-D1EA262FC4A1}" destId="{EDF4DB45-DEBC-4D85-AAE9-76A5C9610B70}" srcOrd="2" destOrd="0" parTransId="{F9F6288E-C03B-41C2-BDAC-74ECD02CDC6A}" sibTransId="{E762B168-078C-4E79-A6B8-7059AC148957}"/>
    <dgm:cxn modelId="{97566E53-9AC3-4CA3-9EFE-B62325643500}" srcId="{CEF14FFF-8925-4ED7-AE91-D1EA262FC4A1}" destId="{FEFB4456-EB99-4977-AB35-4D59366CC63B}" srcOrd="3" destOrd="0" parTransId="{B4A4BF0B-1DDD-4EA8-9EC6-0604850F1D16}" sibTransId="{C260834A-40C5-4D9F-933F-478B37E84E64}"/>
    <dgm:cxn modelId="{C97D21CB-9AED-4EFA-93C8-56A1F2037670}" type="presOf" srcId="{EDF4DB45-DEBC-4D85-AAE9-76A5C9610B70}" destId="{4FA3D906-9350-4239-98D2-7CE06F195877}" srcOrd="0" destOrd="0" presId="urn:microsoft.com/office/officeart/2005/8/layout/hProcess9"/>
    <dgm:cxn modelId="{D2E791E9-3B7D-4406-A014-010235EA84C2}" type="presOf" srcId="{CEF14FFF-8925-4ED7-AE91-D1EA262FC4A1}" destId="{B84E6DB1-D03C-4EE4-9C45-4B7DC65B95C3}" srcOrd="0" destOrd="0" presId="urn:microsoft.com/office/officeart/2005/8/layout/hProcess9"/>
    <dgm:cxn modelId="{81C67B05-BD1B-444C-972B-03501443779B}" type="presParOf" srcId="{B84E6DB1-D03C-4EE4-9C45-4B7DC65B95C3}" destId="{31FFA8CF-2ABE-4AD4-9E86-F5819F22DBFC}" srcOrd="0" destOrd="0" presId="urn:microsoft.com/office/officeart/2005/8/layout/hProcess9"/>
    <dgm:cxn modelId="{3CAED527-1E86-4EED-A924-036A28128557}" type="presParOf" srcId="{B84E6DB1-D03C-4EE4-9C45-4B7DC65B95C3}" destId="{5A67620F-4482-4C8F-9652-CCF057902ECA}" srcOrd="1" destOrd="0" presId="urn:microsoft.com/office/officeart/2005/8/layout/hProcess9"/>
    <dgm:cxn modelId="{9D78E7BD-717A-43CE-AFE1-79B6BF8B9A40}" type="presParOf" srcId="{5A67620F-4482-4C8F-9652-CCF057902ECA}" destId="{DD87D74B-5B72-4636-9ED6-BD245F8360B6}" srcOrd="0" destOrd="0" presId="urn:microsoft.com/office/officeart/2005/8/layout/hProcess9"/>
    <dgm:cxn modelId="{65F274BC-3DFC-4C71-BB52-7D45CC083DEA}" type="presParOf" srcId="{5A67620F-4482-4C8F-9652-CCF057902ECA}" destId="{4FE6EB84-2CA0-473C-902D-159094C87A87}" srcOrd="1" destOrd="0" presId="urn:microsoft.com/office/officeart/2005/8/layout/hProcess9"/>
    <dgm:cxn modelId="{83D30CB5-E9C3-4E43-B22A-517E20BE193A}" type="presParOf" srcId="{5A67620F-4482-4C8F-9652-CCF057902ECA}" destId="{BC9454D9-FA09-472B-84E8-5AB770E223E9}" srcOrd="2" destOrd="0" presId="urn:microsoft.com/office/officeart/2005/8/layout/hProcess9"/>
    <dgm:cxn modelId="{6C31C2C0-088F-4FA9-9512-7DD65B8C561E}" type="presParOf" srcId="{5A67620F-4482-4C8F-9652-CCF057902ECA}" destId="{E94294AB-9443-4342-91C1-E7ECE2DE0671}" srcOrd="3" destOrd="0" presId="urn:microsoft.com/office/officeart/2005/8/layout/hProcess9"/>
    <dgm:cxn modelId="{7DD02E18-6932-4F00-A664-5F804AE602A0}" type="presParOf" srcId="{5A67620F-4482-4C8F-9652-CCF057902ECA}" destId="{4FA3D906-9350-4239-98D2-7CE06F195877}" srcOrd="4" destOrd="0" presId="urn:microsoft.com/office/officeart/2005/8/layout/hProcess9"/>
    <dgm:cxn modelId="{D007D5BE-C78D-4ADE-8002-342D21990355}" type="presParOf" srcId="{5A67620F-4482-4C8F-9652-CCF057902ECA}" destId="{A34F231F-512D-4973-B3C6-54F32037DBAF}" srcOrd="5" destOrd="0" presId="urn:microsoft.com/office/officeart/2005/8/layout/hProcess9"/>
    <dgm:cxn modelId="{62EF23F5-AC4B-4090-AA57-4DE11F1F855E}" type="presParOf" srcId="{5A67620F-4482-4C8F-9652-CCF057902ECA}" destId="{6A5A9E5C-7D62-452C-A0EC-228CACB0B50B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87EF8-1862-4235-97C1-DC71200365FD}">
      <dsp:nvSpPr>
        <dsp:cNvPr id="0" name=""/>
        <dsp:cNvSpPr/>
      </dsp:nvSpPr>
      <dsp:spPr>
        <a:xfrm>
          <a:off x="0" y="742288"/>
          <a:ext cx="3156478" cy="1893887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/>
            <a:t>Introduction &amp; Motivation</a:t>
          </a:r>
          <a:endParaRPr lang="en-US" sz="3800" kern="1200" dirty="0"/>
        </a:p>
      </dsp:txBody>
      <dsp:txXfrm>
        <a:off x="0" y="742288"/>
        <a:ext cx="3156478" cy="1893887"/>
      </dsp:txXfrm>
    </dsp:sp>
    <dsp:sp modelId="{C97DA99E-7E26-40E6-82E2-4B8D4198D707}">
      <dsp:nvSpPr>
        <dsp:cNvPr id="0" name=""/>
        <dsp:cNvSpPr/>
      </dsp:nvSpPr>
      <dsp:spPr>
        <a:xfrm>
          <a:off x="3472126" y="742288"/>
          <a:ext cx="3156478" cy="1893887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/>
            <a:t>Block Diagram &amp; Circuit</a:t>
          </a:r>
          <a:endParaRPr lang="en-US" sz="3800" kern="1200" dirty="0"/>
        </a:p>
      </dsp:txBody>
      <dsp:txXfrm>
        <a:off x="3472126" y="742288"/>
        <a:ext cx="3156478" cy="1893887"/>
      </dsp:txXfrm>
    </dsp:sp>
    <dsp:sp modelId="{A72F713E-BAE5-40C1-B6CA-4030A458DE38}">
      <dsp:nvSpPr>
        <dsp:cNvPr id="0" name=""/>
        <dsp:cNvSpPr/>
      </dsp:nvSpPr>
      <dsp:spPr>
        <a:xfrm>
          <a:off x="6944253" y="742288"/>
          <a:ext cx="3156478" cy="1893887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/>
            <a:t>Technologies Used</a:t>
          </a:r>
          <a:endParaRPr lang="en-US" sz="3800" kern="1200" dirty="0"/>
        </a:p>
      </dsp:txBody>
      <dsp:txXfrm>
        <a:off x="6944253" y="742288"/>
        <a:ext cx="3156478" cy="1893887"/>
      </dsp:txXfrm>
    </dsp:sp>
    <dsp:sp modelId="{87736930-237D-4D9E-90BE-8C672DBF7D85}">
      <dsp:nvSpPr>
        <dsp:cNvPr id="0" name=""/>
        <dsp:cNvSpPr/>
      </dsp:nvSpPr>
      <dsp:spPr>
        <a:xfrm>
          <a:off x="0" y="2951823"/>
          <a:ext cx="3156478" cy="1893887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/>
            <a:t>Uniqueness &amp; Innovation</a:t>
          </a:r>
          <a:endParaRPr lang="en-US" sz="3800" kern="1200" dirty="0"/>
        </a:p>
      </dsp:txBody>
      <dsp:txXfrm>
        <a:off x="0" y="2951823"/>
        <a:ext cx="3156478" cy="1893887"/>
      </dsp:txXfrm>
    </dsp:sp>
    <dsp:sp modelId="{254465C2-2E82-45C5-8FD4-03AE30601A50}">
      <dsp:nvSpPr>
        <dsp:cNvPr id="0" name=""/>
        <dsp:cNvSpPr/>
      </dsp:nvSpPr>
      <dsp:spPr>
        <a:xfrm>
          <a:off x="3472126" y="2951823"/>
          <a:ext cx="3156478" cy="1893887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/>
            <a:t>Impact, Feasibility &amp; Conclusion</a:t>
          </a:r>
          <a:endParaRPr lang="en-US" sz="3800" kern="1200" dirty="0"/>
        </a:p>
      </dsp:txBody>
      <dsp:txXfrm>
        <a:off x="3472126" y="2951823"/>
        <a:ext cx="3156478" cy="1893887"/>
      </dsp:txXfrm>
    </dsp:sp>
    <dsp:sp modelId="{572F7794-913D-4467-B138-4D38F05185AE}">
      <dsp:nvSpPr>
        <dsp:cNvPr id="0" name=""/>
        <dsp:cNvSpPr/>
      </dsp:nvSpPr>
      <dsp:spPr>
        <a:xfrm>
          <a:off x="6944253" y="2951823"/>
          <a:ext cx="3156478" cy="1893887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References &amp; Q&amp;A</a:t>
          </a:r>
        </a:p>
      </dsp:txBody>
      <dsp:txXfrm>
        <a:off x="6944253" y="2951823"/>
        <a:ext cx="3156478" cy="18938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35CAC-A4B6-4CC7-A2C6-CF23288F5A1B}">
      <dsp:nvSpPr>
        <dsp:cNvPr id="0" name=""/>
        <dsp:cNvSpPr/>
      </dsp:nvSpPr>
      <dsp:spPr>
        <a:xfrm>
          <a:off x="0" y="7535"/>
          <a:ext cx="10515600" cy="128463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9686FD-A073-4B33-9EC9-B0FF67399FE1}">
      <dsp:nvSpPr>
        <dsp:cNvPr id="0" name=""/>
        <dsp:cNvSpPr/>
      </dsp:nvSpPr>
      <dsp:spPr>
        <a:xfrm>
          <a:off x="578712" y="260253"/>
          <a:ext cx="2654889" cy="1189509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4C4E3-6C7A-4023-95C5-0BA8916728F5}">
      <dsp:nvSpPr>
        <dsp:cNvPr id="0" name=""/>
        <dsp:cNvSpPr/>
      </dsp:nvSpPr>
      <dsp:spPr>
        <a:xfrm rot="10800000">
          <a:off x="267936" y="1437876"/>
          <a:ext cx="3273558" cy="1953908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ESP32 Microcontroller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Dual-core MCU with built-in WiFi and Bluetooth; handles UID processing and cloud communication</a:t>
          </a:r>
        </a:p>
      </dsp:txBody>
      <dsp:txXfrm rot="10800000">
        <a:off x="328025" y="1437876"/>
        <a:ext cx="3153380" cy="1893819"/>
      </dsp:txXfrm>
    </dsp:sp>
    <dsp:sp modelId="{C6B38B8E-A1B2-4D18-A2EA-9892264CEC90}">
      <dsp:nvSpPr>
        <dsp:cNvPr id="0" name=""/>
        <dsp:cNvSpPr/>
      </dsp:nvSpPr>
      <dsp:spPr>
        <a:xfrm>
          <a:off x="3892498" y="164382"/>
          <a:ext cx="3002080" cy="123215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2C9D6-665F-4191-9CF0-1516C90A6D2C}">
      <dsp:nvSpPr>
        <dsp:cNvPr id="0" name=""/>
        <dsp:cNvSpPr/>
      </dsp:nvSpPr>
      <dsp:spPr>
        <a:xfrm rot="10800000">
          <a:off x="3875567" y="1399386"/>
          <a:ext cx="3002080" cy="2005227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RFID RC522 Module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13.56 MHz MIFARE reader; communicates with ESP32 via SPI interface at low power</a:t>
          </a:r>
        </a:p>
      </dsp:txBody>
      <dsp:txXfrm rot="10800000">
        <a:off x="3937235" y="1399386"/>
        <a:ext cx="2878744" cy="1943559"/>
      </dsp:txXfrm>
    </dsp:sp>
    <dsp:sp modelId="{06BD4E2A-FC00-4CD5-9A9C-2298A625FB5A}">
      <dsp:nvSpPr>
        <dsp:cNvPr id="0" name=""/>
        <dsp:cNvSpPr/>
      </dsp:nvSpPr>
      <dsp:spPr>
        <a:xfrm>
          <a:off x="7112500" y="152291"/>
          <a:ext cx="3002080" cy="123215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D6FCE-4C21-415D-A195-6B4CF748B1C8}">
      <dsp:nvSpPr>
        <dsp:cNvPr id="0" name=""/>
        <dsp:cNvSpPr/>
      </dsp:nvSpPr>
      <dsp:spPr>
        <a:xfrm rot="10800000">
          <a:off x="7110128" y="1363115"/>
          <a:ext cx="3002080" cy="2053590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Firebase Realtime DB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Google's NoSQL cloud database; stores attendance records and enables live sync to the dashboard</a:t>
          </a:r>
        </a:p>
      </dsp:txBody>
      <dsp:txXfrm rot="10800000">
        <a:off x="7173283" y="1363115"/>
        <a:ext cx="2875770" cy="19904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35CAC-A4B6-4CC7-A2C6-CF23288F5A1B}">
      <dsp:nvSpPr>
        <dsp:cNvPr id="0" name=""/>
        <dsp:cNvSpPr/>
      </dsp:nvSpPr>
      <dsp:spPr>
        <a:xfrm>
          <a:off x="0" y="5331"/>
          <a:ext cx="10515600" cy="90885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9686FD-A073-4B33-9EC9-B0FF67399FE1}">
      <dsp:nvSpPr>
        <dsp:cNvPr id="0" name=""/>
        <dsp:cNvSpPr/>
      </dsp:nvSpPr>
      <dsp:spPr>
        <a:xfrm flipV="1">
          <a:off x="1492845" y="39500"/>
          <a:ext cx="560398" cy="97274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t="-173000" b="-17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4C4E3-6C7A-4023-95C5-0BA8916728F5}">
      <dsp:nvSpPr>
        <dsp:cNvPr id="0" name=""/>
        <dsp:cNvSpPr/>
      </dsp:nvSpPr>
      <dsp:spPr>
        <a:xfrm rot="10800000">
          <a:off x="267936" y="1017272"/>
          <a:ext cx="3273558" cy="1382357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Web Dashboard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Built with HTML, CSS, and JavaScript; separate panels for students and faculty with live data</a:t>
          </a:r>
        </a:p>
      </dsp:txBody>
      <dsp:txXfrm rot="10800000">
        <a:off x="310448" y="1017272"/>
        <a:ext cx="3188534" cy="1339845"/>
      </dsp:txXfrm>
    </dsp:sp>
    <dsp:sp modelId="{C6B38B8E-A1B2-4D18-A2EA-9892264CEC90}">
      <dsp:nvSpPr>
        <dsp:cNvPr id="0" name=""/>
        <dsp:cNvSpPr/>
      </dsp:nvSpPr>
      <dsp:spPr>
        <a:xfrm>
          <a:off x="3892498" y="116297"/>
          <a:ext cx="3002080" cy="87172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2C9D6-665F-4191-9CF0-1516C90A6D2C}">
      <dsp:nvSpPr>
        <dsp:cNvPr id="0" name=""/>
        <dsp:cNvSpPr/>
      </dsp:nvSpPr>
      <dsp:spPr>
        <a:xfrm rot="10800000">
          <a:off x="3875567" y="990042"/>
          <a:ext cx="3002080" cy="141866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WiFi Communication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ESP32 connects to local network; data pushed to Firebase over HTTPS in near real time</a:t>
          </a:r>
        </a:p>
      </dsp:txBody>
      <dsp:txXfrm rot="10800000">
        <a:off x="3919196" y="990042"/>
        <a:ext cx="2914822" cy="1375035"/>
      </dsp:txXfrm>
    </dsp:sp>
    <dsp:sp modelId="{06BD4E2A-FC00-4CD5-9A9C-2298A625FB5A}">
      <dsp:nvSpPr>
        <dsp:cNvPr id="0" name=""/>
        <dsp:cNvSpPr/>
      </dsp:nvSpPr>
      <dsp:spPr>
        <a:xfrm>
          <a:off x="7112500" y="107743"/>
          <a:ext cx="3002080" cy="87172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D6FCE-4C21-415D-A195-6B4CF748B1C8}">
      <dsp:nvSpPr>
        <dsp:cNvPr id="0" name=""/>
        <dsp:cNvSpPr/>
      </dsp:nvSpPr>
      <dsp:spPr>
        <a:xfrm rot="10800000">
          <a:off x="7110128" y="964380"/>
          <a:ext cx="3002080" cy="1452880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Low-Cost BOM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Total hardware cost ~₹800–1,200: ESP32 (₹400), RC522 (₹150), Cards (₹30 each), misc. components</a:t>
          </a:r>
        </a:p>
      </dsp:txBody>
      <dsp:txXfrm rot="10800000">
        <a:off x="7154809" y="964380"/>
        <a:ext cx="2912718" cy="14081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F604C-778B-4285-816E-0E861600CA3D}">
      <dsp:nvSpPr>
        <dsp:cNvPr id="0" name=""/>
        <dsp:cNvSpPr/>
      </dsp:nvSpPr>
      <dsp:spPr>
        <a:xfrm>
          <a:off x="5688" y="228731"/>
          <a:ext cx="1763448" cy="1058068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RFID</a:t>
          </a:r>
          <a:br>
            <a:rPr lang="en-US" sz="1900" kern="1200"/>
          </a:br>
          <a:r>
            <a:rPr lang="en-US" sz="1900" kern="1200"/>
            <a:t>SYSTEM</a:t>
          </a:r>
        </a:p>
      </dsp:txBody>
      <dsp:txXfrm>
        <a:off x="36678" y="259721"/>
        <a:ext cx="1701468" cy="996088"/>
      </dsp:txXfrm>
    </dsp:sp>
    <dsp:sp modelId="{D5CBA11D-63E1-4F1D-B3F7-C17AA6EB3EBF}">
      <dsp:nvSpPr>
        <dsp:cNvPr id="0" name=""/>
        <dsp:cNvSpPr/>
      </dsp:nvSpPr>
      <dsp:spPr>
        <a:xfrm>
          <a:off x="1945481" y="539098"/>
          <a:ext cx="373850" cy="437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945481" y="626565"/>
        <a:ext cx="261695" cy="262401"/>
      </dsp:txXfrm>
    </dsp:sp>
    <dsp:sp modelId="{F44CCEAB-B9F0-4D40-807A-8A48732A165C}">
      <dsp:nvSpPr>
        <dsp:cNvPr id="0" name=""/>
        <dsp:cNvSpPr/>
      </dsp:nvSpPr>
      <dsp:spPr>
        <a:xfrm>
          <a:off x="2474515" y="228731"/>
          <a:ext cx="1763448" cy="1058068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TIME </a:t>
          </a:r>
          <a:br>
            <a:rPr lang="en-US" sz="1900" kern="1200" dirty="0"/>
          </a:br>
          <a:r>
            <a:rPr lang="en-US" sz="1900" kern="1200" dirty="0"/>
            <a:t>SAVING</a:t>
          </a:r>
        </a:p>
      </dsp:txBody>
      <dsp:txXfrm>
        <a:off x="2505505" y="259721"/>
        <a:ext cx="1701468" cy="996088"/>
      </dsp:txXfrm>
    </dsp:sp>
    <dsp:sp modelId="{1F2DDFD8-88DA-4641-81EB-AB041E556239}">
      <dsp:nvSpPr>
        <dsp:cNvPr id="0" name=""/>
        <dsp:cNvSpPr/>
      </dsp:nvSpPr>
      <dsp:spPr>
        <a:xfrm>
          <a:off x="4414308" y="539098"/>
          <a:ext cx="373850" cy="437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414308" y="626565"/>
        <a:ext cx="261695" cy="262401"/>
      </dsp:txXfrm>
    </dsp:sp>
    <dsp:sp modelId="{F36B03BB-87DD-40BD-B83F-FA13182E6A1A}">
      <dsp:nvSpPr>
        <dsp:cNvPr id="0" name=""/>
        <dsp:cNvSpPr/>
      </dsp:nvSpPr>
      <dsp:spPr>
        <a:xfrm>
          <a:off x="4943342" y="228731"/>
          <a:ext cx="1763448" cy="1058068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ACCURACY</a:t>
          </a:r>
        </a:p>
      </dsp:txBody>
      <dsp:txXfrm>
        <a:off x="4974332" y="259721"/>
        <a:ext cx="1701468" cy="996088"/>
      </dsp:txXfrm>
    </dsp:sp>
    <dsp:sp modelId="{E9D2560A-36F8-48A5-A49E-F7BAA5A8672C}">
      <dsp:nvSpPr>
        <dsp:cNvPr id="0" name=""/>
        <dsp:cNvSpPr/>
      </dsp:nvSpPr>
      <dsp:spPr>
        <a:xfrm>
          <a:off x="6883135" y="539098"/>
          <a:ext cx="373850" cy="437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883135" y="626565"/>
        <a:ext cx="261695" cy="262401"/>
      </dsp:txXfrm>
    </dsp:sp>
    <dsp:sp modelId="{DCE8D8F1-AE84-4048-A49B-FBDBB6D98A68}">
      <dsp:nvSpPr>
        <dsp:cNvPr id="0" name=""/>
        <dsp:cNvSpPr/>
      </dsp:nvSpPr>
      <dsp:spPr>
        <a:xfrm>
          <a:off x="7412170" y="228731"/>
          <a:ext cx="1763448" cy="1058068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</a:t>
          </a:r>
          <a:br>
            <a:rPr lang="en-US" sz="1900" kern="1200"/>
          </a:br>
          <a:r>
            <a:rPr lang="en-US" sz="1900" kern="1200"/>
            <a:t>PROXY</a:t>
          </a:r>
          <a:endParaRPr lang="en-US" sz="1900" kern="1200" dirty="0"/>
        </a:p>
      </dsp:txBody>
      <dsp:txXfrm>
        <a:off x="7443160" y="259721"/>
        <a:ext cx="1701468" cy="996088"/>
      </dsp:txXfrm>
    </dsp:sp>
    <dsp:sp modelId="{CC9E4BE9-08B9-408E-80CD-4E277420DEAF}">
      <dsp:nvSpPr>
        <dsp:cNvPr id="0" name=""/>
        <dsp:cNvSpPr/>
      </dsp:nvSpPr>
      <dsp:spPr>
        <a:xfrm>
          <a:off x="9351963" y="539098"/>
          <a:ext cx="373850" cy="437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9351963" y="626565"/>
        <a:ext cx="261695" cy="262401"/>
      </dsp:txXfrm>
    </dsp:sp>
    <dsp:sp modelId="{289021ED-BAA7-4A60-8DCE-111451253D44}">
      <dsp:nvSpPr>
        <dsp:cNvPr id="0" name=""/>
        <dsp:cNvSpPr/>
      </dsp:nvSpPr>
      <dsp:spPr>
        <a:xfrm>
          <a:off x="9880997" y="228731"/>
          <a:ext cx="1763448" cy="1058068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BETTER MANAGEMENT</a:t>
          </a:r>
          <a:endParaRPr lang="en-US" sz="1900" kern="1200" dirty="0"/>
        </a:p>
      </dsp:txBody>
      <dsp:txXfrm>
        <a:off x="9911987" y="259721"/>
        <a:ext cx="1701468" cy="9960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FA8CF-2ABE-4AD4-9E86-F5819F22DBFC}">
      <dsp:nvSpPr>
        <dsp:cNvPr id="0" name=""/>
        <dsp:cNvSpPr/>
      </dsp:nvSpPr>
      <dsp:spPr>
        <a:xfrm>
          <a:off x="794384" y="0"/>
          <a:ext cx="9003030" cy="2240002"/>
        </a:xfrm>
        <a:prstGeom prst="rightArrow">
          <a:avLst/>
        </a:prstGeom>
        <a:solidFill>
          <a:srgbClr val="002060"/>
        </a:solidFill>
        <a:ln>
          <a:solidFill>
            <a:srgbClr val="FFFF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7D74B-5B72-4636-9ED6-BD245F8360B6}">
      <dsp:nvSpPr>
        <dsp:cNvPr id="0" name=""/>
        <dsp:cNvSpPr/>
      </dsp:nvSpPr>
      <dsp:spPr>
        <a:xfrm>
          <a:off x="2585" y="672000"/>
          <a:ext cx="2370484" cy="896000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RFID </a:t>
          </a:r>
          <a:br>
            <a:rPr lang="en-US" sz="2200" kern="1200"/>
          </a:br>
          <a:r>
            <a:rPr lang="en-US" sz="2200" kern="1200"/>
            <a:t>SYSTEM</a:t>
          </a:r>
        </a:p>
      </dsp:txBody>
      <dsp:txXfrm>
        <a:off x="46324" y="715739"/>
        <a:ext cx="2283006" cy="808522"/>
      </dsp:txXfrm>
    </dsp:sp>
    <dsp:sp modelId="{BC9454D9-FA09-472B-84E8-5AB770E223E9}">
      <dsp:nvSpPr>
        <dsp:cNvPr id="0" name=""/>
        <dsp:cNvSpPr/>
      </dsp:nvSpPr>
      <dsp:spPr>
        <a:xfrm>
          <a:off x="2741300" y="672000"/>
          <a:ext cx="2370484" cy="896000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QR </a:t>
          </a:r>
          <a:br>
            <a:rPr lang="en-US" sz="2200" kern="1200" dirty="0"/>
          </a:br>
          <a:r>
            <a:rPr lang="en-US" sz="2200" kern="1200" dirty="0"/>
            <a:t>ATTENDENCE</a:t>
          </a:r>
        </a:p>
      </dsp:txBody>
      <dsp:txXfrm>
        <a:off x="2785039" y="715739"/>
        <a:ext cx="2283006" cy="808522"/>
      </dsp:txXfrm>
    </dsp:sp>
    <dsp:sp modelId="{4FA3D906-9350-4239-98D2-7CE06F195877}">
      <dsp:nvSpPr>
        <dsp:cNvPr id="0" name=""/>
        <dsp:cNvSpPr/>
      </dsp:nvSpPr>
      <dsp:spPr>
        <a:xfrm>
          <a:off x="5508461" y="656204"/>
          <a:ext cx="2370484" cy="896000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MOBILE </a:t>
          </a:r>
          <a:br>
            <a:rPr lang="en-US" sz="2200" kern="1200" dirty="0"/>
          </a:br>
          <a:r>
            <a:rPr lang="en-US" sz="2200" kern="1200" dirty="0"/>
            <a:t>APP</a:t>
          </a:r>
        </a:p>
      </dsp:txBody>
      <dsp:txXfrm>
        <a:off x="5552200" y="699943"/>
        <a:ext cx="2283006" cy="808522"/>
      </dsp:txXfrm>
    </dsp:sp>
    <dsp:sp modelId="{6A5A9E5C-7D62-452C-A0EC-228CACB0B50B}">
      <dsp:nvSpPr>
        <dsp:cNvPr id="0" name=""/>
        <dsp:cNvSpPr/>
      </dsp:nvSpPr>
      <dsp:spPr>
        <a:xfrm>
          <a:off x="8218729" y="672000"/>
          <a:ext cx="2370484" cy="89600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FACE</a:t>
          </a:r>
          <a:br>
            <a:rPr lang="en-US" sz="2200" kern="1200" dirty="0"/>
          </a:br>
          <a:r>
            <a:rPr lang="en-US" sz="2200" kern="1200" dirty="0"/>
            <a:t>RECOGNITION</a:t>
          </a:r>
        </a:p>
      </dsp:txBody>
      <dsp:txXfrm>
        <a:off x="8262468" y="715739"/>
        <a:ext cx="2283006" cy="8085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03C0-E2B9-4162-931A-F16CB01F0932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C82FF-91B5-4657-A806-1DA95BF10D1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00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EAEAAF-8AF4-468F-B91C-F4E3498047C7}" type="slidenum">
              <a:rPr lang="en-US" smtClean="0">
                <a:latin typeface="Arial" pitchFamily="34" charset="0"/>
              </a:rPr>
              <a:pPr/>
              <a:t>1</a:t>
            </a:fld>
            <a:endParaRPr lang="en-US" dirty="0">
              <a:latin typeface="Arial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40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C82FF-91B5-4657-A806-1DA95BF10D1D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070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C82FF-91B5-4657-A806-1DA95BF10D1D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388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C82FF-91B5-4657-A806-1DA95BF10D1D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657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0538" y="1027113"/>
            <a:ext cx="6578600" cy="37004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91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65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13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68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70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70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99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5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31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41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61B4A-7778-45E6-A9CE-6CB3D8DC31B9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4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image" Target="../media/image8.png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17.png"/><Relationship Id="rId7" Type="http://schemas.openxmlformats.org/officeDocument/2006/relationships/diagramLayout" Target="../diagrams/layout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5" Type="http://schemas.openxmlformats.org/officeDocument/2006/relationships/image" Target="../media/image19.png"/><Relationship Id="rId10" Type="http://schemas.microsoft.com/office/2007/relationships/diagramDrawing" Target="../diagrams/drawing5.xml"/><Relationship Id="rId4" Type="http://schemas.openxmlformats.org/officeDocument/2006/relationships/image" Target="../media/image18.png"/><Relationship Id="rId9" Type="http://schemas.openxmlformats.org/officeDocument/2006/relationships/diagramColors" Target="../diagrams/colors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74" y="0"/>
            <a:ext cx="11935326" cy="10668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 RFID BASED SMART ATTENDENCE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5731" y="1305843"/>
            <a:ext cx="6300538" cy="2653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  SHASHIKANT DWIVEDI (2025041245)</a:t>
            </a:r>
            <a:endParaRPr lang="en-US" sz="2000" dirty="0">
              <a:solidFill>
                <a:srgbClr val="000099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SUBHASH SINGH (2025041251)</a:t>
            </a:r>
            <a:endParaRPr lang="en-US" sz="2000" dirty="0">
              <a:solidFill>
                <a:srgbClr val="000099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NIKHIL KUMAR (2025041261)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SARANG GOPALAN (2025041265)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SATYAM PRAJAPATI (2025041260)</a:t>
            </a:r>
            <a:endParaRPr lang="en-US" sz="2000" dirty="0">
              <a:solidFill>
                <a:srgbClr val="000099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3558" y="834559"/>
            <a:ext cx="108925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 B.Tech (ECE) Project Presentation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3558" y="5939589"/>
            <a:ext cx="11598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Department of Electronics and Communication Engineering, </a:t>
            </a:r>
          </a:p>
          <a:p>
            <a:pPr algn="ctr"/>
            <a:r>
              <a:rPr lang="en-US" sz="2400" b="1" dirty="0"/>
              <a:t>Madan Mohan Malaviya University of Technology, Gorakhpur (UP) , India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388" y="3838609"/>
            <a:ext cx="2071611" cy="207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41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002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Outline of Presentation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A0FEACB-5358-7DFF-784D-E6DA632C92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1214187"/>
              </p:ext>
            </p:extLst>
          </p:nvPr>
        </p:nvGraphicFramePr>
        <p:xfrm>
          <a:off x="838201" y="1100667"/>
          <a:ext cx="10100732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951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220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Project Description/Objective/Motivation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7D4D02-0F17-3245-7165-D30CAE64F64F}"/>
              </a:ext>
            </a:extLst>
          </p:cNvPr>
          <p:cNvSpPr/>
          <p:nvPr/>
        </p:nvSpPr>
        <p:spPr>
          <a:xfrm>
            <a:off x="321733" y="902201"/>
            <a:ext cx="4030134" cy="5447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222140-A35C-044F-A7A3-43A07AC06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976" y="900528"/>
            <a:ext cx="4200492" cy="544947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FD7BE5-43F7-E6E8-88CF-832334220A20}"/>
              </a:ext>
            </a:extLst>
          </p:cNvPr>
          <p:cNvSpPr/>
          <p:nvPr/>
        </p:nvSpPr>
        <p:spPr>
          <a:xfrm>
            <a:off x="4504267" y="902200"/>
            <a:ext cx="4030134" cy="5447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6128F-9C9A-1353-1F94-BC8E1DB2E096}"/>
              </a:ext>
            </a:extLst>
          </p:cNvPr>
          <p:cNvSpPr txBox="1"/>
          <p:nvPr/>
        </p:nvSpPr>
        <p:spPr>
          <a:xfrm>
            <a:off x="474133" y="1524000"/>
            <a:ext cx="3640667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   The Problem</a:t>
            </a:r>
          </a:p>
          <a:p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Traditional roll-call is time-consuming and prone to proxy attendance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Paper registers are error-prone and lack real-time accessibility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No centralised tracking for faculty or administration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228C7-8E04-3E77-02BD-7BE07C48D168}"/>
              </a:ext>
            </a:extLst>
          </p:cNvPr>
          <p:cNvSpPr txBox="1"/>
          <p:nvPr/>
        </p:nvSpPr>
        <p:spPr>
          <a:xfrm>
            <a:off x="4724400" y="1524000"/>
            <a:ext cx="329353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Our Objective </a:t>
            </a:r>
          </a:p>
          <a:p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Automate attendance using RFID and ESP32 microcontroller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Transmit records wirelessly via WiFi to a cloud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Display live attendance on a responsive web dashboard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Save time, improve accuracy, and enhance transparency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80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B3EF5D-1F99-ECEC-B439-C0A9C0099B72}"/>
              </a:ext>
            </a:extLst>
          </p:cNvPr>
          <p:cNvSpPr/>
          <p:nvPr/>
        </p:nvSpPr>
        <p:spPr>
          <a:xfrm>
            <a:off x="8652934" y="711200"/>
            <a:ext cx="3302000" cy="5926667"/>
          </a:xfrm>
          <a:prstGeom prst="roundRect">
            <a:avLst/>
          </a:prstGeom>
          <a:gradFill>
            <a:gsLst>
              <a:gs pos="200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33000">
                <a:srgbClr val="00B0F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99690F-A839-70BA-311C-800B08043DCF}"/>
              </a:ext>
            </a:extLst>
          </p:cNvPr>
          <p:cNvSpPr/>
          <p:nvPr/>
        </p:nvSpPr>
        <p:spPr>
          <a:xfrm>
            <a:off x="33867" y="4876800"/>
            <a:ext cx="8398933" cy="1981200"/>
          </a:xfrm>
          <a:prstGeom prst="roundRect">
            <a:avLst/>
          </a:prstGeom>
          <a:gradFill>
            <a:gsLst>
              <a:gs pos="200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E07689-74E6-A04F-4701-88D59E75E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304"/>
            <a:ext cx="3022600" cy="46786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53022"/>
            <a:ext cx="10515600" cy="1325563"/>
          </a:xfrm>
        </p:spPr>
        <p:txBody>
          <a:bodyPr/>
          <a:lstStyle/>
          <a:p>
            <a:pPr algn="ctr"/>
            <a:r>
              <a:rPr lang="en-IN" sz="3200" b="1" dirty="0">
                <a:latin typeface="+mn-lt"/>
              </a:rPr>
              <a:t>Block Diagram and Circuit Description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1DFE0-B482-CA1C-BF76-1DFAB0193A03}"/>
              </a:ext>
            </a:extLst>
          </p:cNvPr>
          <p:cNvSpPr txBox="1"/>
          <p:nvPr/>
        </p:nvSpPr>
        <p:spPr>
          <a:xfrm>
            <a:off x="67734" y="4842934"/>
            <a:ext cx="858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RFID card is scanned using the RC522 reader.</a:t>
            </a:r>
            <a:br>
              <a:rPr lang="en-US" sz="2400" dirty="0"/>
            </a:br>
            <a:r>
              <a:rPr lang="en-US" sz="2400" dirty="0"/>
              <a:t>• The reader sends the UID to the ESP32 via SPI communication.</a:t>
            </a:r>
            <a:br>
              <a:rPr lang="en-US" sz="2400" dirty="0"/>
            </a:br>
            <a:r>
              <a:rPr lang="en-US" sz="2400" dirty="0"/>
              <a:t>• ESP32 processes the data and sends it to the server using WiFi.</a:t>
            </a:r>
            <a:br>
              <a:rPr lang="en-US" sz="2400" dirty="0"/>
            </a:br>
            <a:r>
              <a:rPr lang="en-US" sz="2400" dirty="0"/>
              <a:t>• The server stores the attendance in the database.</a:t>
            </a:r>
            <a:br>
              <a:rPr lang="en-US" sz="2400" dirty="0"/>
            </a:br>
            <a:r>
              <a:rPr lang="en-US" sz="2400" dirty="0"/>
              <a:t>• The web dashboard displays attendance for students and faculty.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7D58A-6065-6F63-F050-A2F6E12028B8}"/>
              </a:ext>
            </a:extLst>
          </p:cNvPr>
          <p:cNvSpPr txBox="1"/>
          <p:nvPr/>
        </p:nvSpPr>
        <p:spPr>
          <a:xfrm>
            <a:off x="8686801" y="858377"/>
            <a:ext cx="330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RC522 RFID module is connected to ESP32 using SPI interface.</a:t>
            </a:r>
            <a:br>
              <a:rPr lang="en-US" sz="2400" dirty="0"/>
            </a:br>
            <a:r>
              <a:rPr lang="en-US" sz="2400" dirty="0"/>
              <a:t>• Pins used: SDA, SCK, MOSI, MISO, RST, 3.3V, and GND.</a:t>
            </a:r>
            <a:br>
              <a:rPr lang="en-US" sz="2400" dirty="0"/>
            </a:br>
            <a:r>
              <a:rPr lang="en-US" sz="2400" dirty="0"/>
              <a:t>• ESP32 provides power and controls communication with the RFID module.</a:t>
            </a:r>
            <a:br>
              <a:rPr lang="en-US" sz="2400" dirty="0"/>
            </a:br>
            <a:r>
              <a:rPr lang="en-US" sz="2400" dirty="0"/>
              <a:t>• When a card is scanned, RC522 sends data to ESP32 for processing.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D6053-0BFB-C78F-4936-4E2B81A550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  <a14:imgEffect>
                      <a14:saturation sat="7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39067" y="550763"/>
            <a:ext cx="4065376" cy="400439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68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428589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0536"/>
            <a:ext cx="10515600" cy="74178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Technology and Components Used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4338B68-EA93-3B24-50B4-3939BC9DE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3362448"/>
              </p:ext>
            </p:extLst>
          </p:nvPr>
        </p:nvGraphicFramePr>
        <p:xfrm>
          <a:off x="838200" y="719667"/>
          <a:ext cx="105156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B5FF0CE-BC00-999A-B355-EEDE8028A7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1739947"/>
              </p:ext>
            </p:extLst>
          </p:nvPr>
        </p:nvGraphicFramePr>
        <p:xfrm>
          <a:off x="838201" y="4334933"/>
          <a:ext cx="10515600" cy="264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061933B-1BE1-13FC-E774-172232F9C54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2175371" y="341595"/>
            <a:ext cx="1225116" cy="23793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31C7EC-0698-210B-680F-FC39D3E9BEB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5124325" y="918732"/>
            <a:ext cx="1943350" cy="13283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C32838-E9DD-B0A9-E41C-A957ABB47CD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25706" y="881309"/>
            <a:ext cx="3112319" cy="12251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AE47FB-7F04-F77D-6D17-39F9B44CA69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5064" y="4453467"/>
            <a:ext cx="1181872" cy="9347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8D6D61-1918-B1E0-46E1-86187D8CF5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37661" y="4297510"/>
            <a:ext cx="1288408" cy="10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6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494"/>
            <a:ext cx="10515600" cy="75782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Differentiation/Uniqueness/Innovation of 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74DACA-73D3-52FD-0C20-CA0D4B441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18944"/>
            <a:ext cx="3347346" cy="2323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A207C5-F65B-6ED8-6CE0-1DC096C93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448" y="1437998"/>
            <a:ext cx="3315103" cy="2304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421A28-95B9-F97D-026F-E71BD4C77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911" y="1418944"/>
            <a:ext cx="3294889" cy="23042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A7A4DA-B499-F9A1-52E5-EAE336F5F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106" y="4218905"/>
            <a:ext cx="3299540" cy="2304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AA6981-1BDD-9930-41EB-E8F7648A65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6366" y="4218905"/>
            <a:ext cx="3294888" cy="229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2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64552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Impact and Feasibility of Product</a:t>
            </a:r>
            <a:endParaRPr lang="en-IN" sz="3200" dirty="0">
              <a:latin typeface="+mn-lt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D3BD56E-128E-01C6-416A-C1CC42FA37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0137477"/>
              </p:ext>
            </p:extLst>
          </p:nvPr>
        </p:nvGraphicFramePr>
        <p:xfrm>
          <a:off x="270933" y="719668"/>
          <a:ext cx="11650134" cy="1515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701E80-56DB-78A4-983F-350F74325294}"/>
              </a:ext>
            </a:extLst>
          </p:cNvPr>
          <p:cNvSpPr/>
          <p:nvPr/>
        </p:nvSpPr>
        <p:spPr>
          <a:xfrm>
            <a:off x="508000" y="2438400"/>
            <a:ext cx="5384801" cy="399626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8D5091-915A-F39A-6A7B-705C05024A64}"/>
              </a:ext>
            </a:extLst>
          </p:cNvPr>
          <p:cNvSpPr/>
          <p:nvPr/>
        </p:nvSpPr>
        <p:spPr>
          <a:xfrm>
            <a:off x="6299200" y="2438399"/>
            <a:ext cx="5384800" cy="399626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69220-1C88-E4E1-834A-CF8BA771F9E2}"/>
              </a:ext>
            </a:extLst>
          </p:cNvPr>
          <p:cNvSpPr txBox="1"/>
          <p:nvPr/>
        </p:nvSpPr>
        <p:spPr>
          <a:xfrm>
            <a:off x="838200" y="2844800"/>
            <a:ext cx="451273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IMPACT</a:t>
            </a:r>
          </a:p>
          <a:p>
            <a:br>
              <a:rPr lang="en-US" dirty="0"/>
            </a:br>
            <a:r>
              <a:rPr lang="en-US" sz="2400" dirty="0"/>
              <a:t>• Saves time and reduces manual effort</a:t>
            </a:r>
            <a:br>
              <a:rPr lang="en-US" sz="2400" dirty="0"/>
            </a:br>
            <a:r>
              <a:rPr lang="en-US" sz="2400" dirty="0"/>
              <a:t>• Improves accuracy</a:t>
            </a:r>
            <a:br>
              <a:rPr lang="en-US" sz="2400" dirty="0"/>
            </a:br>
            <a:r>
              <a:rPr lang="en-US" sz="2400" dirty="0"/>
              <a:t>• Reduces proxy attendance</a:t>
            </a:r>
            <a:br>
              <a:rPr lang="en-US" sz="2400" dirty="0"/>
            </a:br>
            <a:r>
              <a:rPr lang="en-US" sz="2400" dirty="0"/>
              <a:t>• Real-time tracking</a:t>
            </a:r>
            <a:br>
              <a:rPr lang="en-US" sz="2400" dirty="0"/>
            </a:br>
            <a:r>
              <a:rPr lang="en-US" sz="2400" dirty="0"/>
              <a:t>• Useful for institutions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D76D69-72BB-5BA3-47B7-5C90F62C18A7}"/>
              </a:ext>
            </a:extLst>
          </p:cNvPr>
          <p:cNvSpPr txBox="1"/>
          <p:nvPr/>
        </p:nvSpPr>
        <p:spPr>
          <a:xfrm>
            <a:off x="6570133" y="2844800"/>
            <a:ext cx="438573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FEASIBILITY</a:t>
            </a:r>
          </a:p>
          <a:p>
            <a:br>
              <a:rPr lang="en-US" dirty="0"/>
            </a:br>
            <a:r>
              <a:rPr lang="en-US" sz="2400" dirty="0"/>
              <a:t>• Low-cost implementation</a:t>
            </a:r>
            <a:br>
              <a:rPr lang="en-US" sz="2400" dirty="0"/>
            </a:br>
            <a:r>
              <a:rPr lang="en-US" sz="2400" dirty="0"/>
              <a:t>• Easy setup and maintenance</a:t>
            </a:r>
            <a:br>
              <a:rPr lang="en-US" sz="2400" dirty="0"/>
            </a:br>
            <a:r>
              <a:rPr lang="en-US" sz="2400" dirty="0"/>
              <a:t>• Scalable system</a:t>
            </a:r>
            <a:br>
              <a:rPr lang="en-US" sz="2400" dirty="0"/>
            </a:br>
            <a:r>
              <a:rPr lang="en-US" sz="2400" dirty="0"/>
              <a:t>• Uses existing WiFi</a:t>
            </a:r>
            <a:br>
              <a:rPr lang="en-US" sz="2400" dirty="0"/>
            </a:br>
            <a:r>
              <a:rPr lang="en-US" sz="2400" dirty="0"/>
              <a:t>• Practical for real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2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19CC7F9A-B06D-4606-D2FF-ED000FFC377B}"/>
              </a:ext>
            </a:extLst>
          </p:cNvPr>
          <p:cNvSpPr/>
          <p:nvPr/>
        </p:nvSpPr>
        <p:spPr>
          <a:xfrm>
            <a:off x="3530845" y="3146207"/>
            <a:ext cx="3657600" cy="96436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38074" y="-31745"/>
            <a:ext cx="9664826" cy="725784"/>
          </a:xfrm>
        </p:spPr>
        <p:txBody>
          <a:bodyPr>
            <a:normAutofit/>
          </a:bodyPr>
          <a:lstStyle/>
          <a:p>
            <a:pPr algn="ctr"/>
            <a:r>
              <a:rPr lang="en-US" sz="2117" b="1" dirty="0">
                <a:latin typeface="Arial" pitchFamily="34" charset="0"/>
                <a:cs typeface="Arial" pitchFamily="34" charset="0"/>
              </a:rPr>
              <a:t>Conclusion and Future Scope</a:t>
            </a:r>
            <a:br>
              <a:rPr lang="en-US" sz="2117" b="1" dirty="0">
                <a:latin typeface="Arial" pitchFamily="34" charset="0"/>
                <a:cs typeface="Arial" pitchFamily="34" charset="0"/>
              </a:rPr>
            </a:br>
            <a:r>
              <a:rPr lang="en-US" sz="2117" b="1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C3B0A52-9DFB-44F1-9FC5-2E36131076EC}" type="slidenum">
              <a:rPr lang="en-US" smtClean="0"/>
              <a:pPr>
                <a:buNone/>
                <a:defRPr/>
              </a:pPr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EBDDB-4F87-2E28-06EF-D79B099F4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60" y="628539"/>
            <a:ext cx="1589774" cy="15746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ECA765-2A43-B9D5-D3B6-F95B18257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158" y="767305"/>
            <a:ext cx="1566578" cy="1528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A77149-B1BD-3CDE-AD98-8D0A3FCAF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989" y="766818"/>
            <a:ext cx="1589774" cy="1528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67711C-F9B8-5F77-8E53-46CA4FAA2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8721751" y="766819"/>
            <a:ext cx="1558146" cy="15282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092FC0-8C1A-B9A9-CA09-2C18204B8B2C}"/>
              </a:ext>
            </a:extLst>
          </p:cNvPr>
          <p:cNvSpPr txBox="1"/>
          <p:nvPr/>
        </p:nvSpPr>
        <p:spPr>
          <a:xfrm>
            <a:off x="761860" y="2560135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2D89D6-CAE8-4F3D-E34A-45E90B112A48}"/>
              </a:ext>
            </a:extLst>
          </p:cNvPr>
          <p:cNvSpPr txBox="1"/>
          <p:nvPr/>
        </p:nvSpPr>
        <p:spPr>
          <a:xfrm>
            <a:off x="3793067" y="2560135"/>
            <a:ext cx="1566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9D7E77-F20D-D382-7BC6-F2841C7E5BEC}"/>
              </a:ext>
            </a:extLst>
          </p:cNvPr>
          <p:cNvSpPr txBox="1"/>
          <p:nvPr/>
        </p:nvSpPr>
        <p:spPr>
          <a:xfrm>
            <a:off x="6096000" y="2560135"/>
            <a:ext cx="158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Saving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BE16A8-5D62-5B44-6DB2-DDCD817E149C}"/>
              </a:ext>
            </a:extLst>
          </p:cNvPr>
          <p:cNvSpPr txBox="1"/>
          <p:nvPr/>
        </p:nvSpPr>
        <p:spPr>
          <a:xfrm>
            <a:off x="8932194" y="2560135"/>
            <a:ext cx="155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 -Time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50C60-F0F6-C392-6745-52FCDDB0337F}"/>
              </a:ext>
            </a:extLst>
          </p:cNvPr>
          <p:cNvSpPr txBox="1"/>
          <p:nvPr/>
        </p:nvSpPr>
        <p:spPr>
          <a:xfrm>
            <a:off x="3890900" y="3259058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Efficient Attendence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BF918C-1916-1482-A262-BB06D5AFDF56}"/>
              </a:ext>
            </a:extLst>
          </p:cNvPr>
          <p:cNvSpPr txBox="1"/>
          <p:nvPr/>
        </p:nvSpPr>
        <p:spPr>
          <a:xfrm>
            <a:off x="4282174" y="3566631"/>
            <a:ext cx="680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Reliable and Scaleble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C4D9D6-DB31-2A92-8FA2-DB83C4F4D89C}"/>
              </a:ext>
            </a:extLst>
          </p:cNvPr>
          <p:cNvSpPr/>
          <p:nvPr/>
        </p:nvSpPr>
        <p:spPr>
          <a:xfrm>
            <a:off x="0" y="4201015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01B9CEDB-C4F0-F4F5-DBFE-1F644635EB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999884"/>
              </p:ext>
            </p:extLst>
          </p:nvPr>
        </p:nvGraphicFramePr>
        <p:xfrm>
          <a:off x="711200" y="4603698"/>
          <a:ext cx="10591800" cy="2240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154206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36DFC4-9EBF-765E-6C2E-12261CDCBAFA}"/>
              </a:ext>
            </a:extLst>
          </p:cNvPr>
          <p:cNvSpPr/>
          <p:nvPr/>
        </p:nvSpPr>
        <p:spPr>
          <a:xfrm>
            <a:off x="220132" y="4069499"/>
            <a:ext cx="5774266" cy="23029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5A5968-DBED-04BF-2A03-862D175CE39B}"/>
              </a:ext>
            </a:extLst>
          </p:cNvPr>
          <p:cNvSpPr/>
          <p:nvPr/>
        </p:nvSpPr>
        <p:spPr>
          <a:xfrm>
            <a:off x="6096000" y="2598788"/>
            <a:ext cx="5774266" cy="21945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055224-4BE7-142B-9F93-E645AF040C15}"/>
              </a:ext>
            </a:extLst>
          </p:cNvPr>
          <p:cNvSpPr/>
          <p:nvPr/>
        </p:nvSpPr>
        <p:spPr>
          <a:xfrm>
            <a:off x="220133" y="545432"/>
            <a:ext cx="6282267" cy="20114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4543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Upcoming Plan/Layout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31900-C8A7-92C4-D52C-EFCCEF9CA1A2}"/>
              </a:ext>
            </a:extLst>
          </p:cNvPr>
          <p:cNvSpPr txBox="1"/>
          <p:nvPr/>
        </p:nvSpPr>
        <p:spPr>
          <a:xfrm>
            <a:off x="220133" y="799431"/>
            <a:ext cx="11446934" cy="175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🔷 Role of Team Members</a:t>
            </a:r>
          </a:p>
          <a:p>
            <a:r>
              <a:rPr lang="en-US" dirty="0"/>
              <a:t>• Hardware Development: ESP32 and RC522 interfacing</a:t>
            </a:r>
            <a:br>
              <a:rPr lang="en-US" dirty="0"/>
            </a:br>
            <a:r>
              <a:rPr lang="en-US" dirty="0"/>
              <a:t>• Web Development: Dashboard design (Student &amp; Faculty portal)</a:t>
            </a:r>
            <a:br>
              <a:rPr lang="en-US" dirty="0"/>
            </a:br>
            <a:r>
              <a:rPr lang="en-US" dirty="0"/>
              <a:t>• Backend &amp; Database: Attendance storage and API handling</a:t>
            </a:r>
            <a:br>
              <a:rPr lang="en-US" dirty="0"/>
            </a:br>
            <a:r>
              <a:rPr lang="en-US" dirty="0"/>
              <a:t>• Testing &amp; Integration: System testing and debugging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FA1B3-BC56-E236-AA16-C5DB1CA6BC3F}"/>
              </a:ext>
            </a:extLst>
          </p:cNvPr>
          <p:cNvSpPr txBox="1"/>
          <p:nvPr/>
        </p:nvSpPr>
        <p:spPr>
          <a:xfrm>
            <a:off x="6096000" y="2818922"/>
            <a:ext cx="57742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🔷 Project Timeline / Approach</a:t>
            </a:r>
          </a:p>
          <a:p>
            <a:r>
              <a:rPr lang="en-US" dirty="0"/>
              <a:t>• Phase 1: Hardware setup and RFID integration</a:t>
            </a:r>
            <a:br>
              <a:rPr lang="en-US" dirty="0"/>
            </a:br>
            <a:r>
              <a:rPr lang="en-US" dirty="0"/>
              <a:t>• Phase 2: Web application development</a:t>
            </a:r>
            <a:br>
              <a:rPr lang="en-US" dirty="0"/>
            </a:br>
            <a:r>
              <a:rPr lang="en-US" dirty="0"/>
              <a:t>• Phase 3: Database connection and real-time data transfer</a:t>
            </a:r>
            <a:br>
              <a:rPr lang="en-US" dirty="0"/>
            </a:br>
            <a:r>
              <a:rPr lang="en-US" dirty="0"/>
              <a:t>• Phase 4: Testing, debugging, and final deployment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C83AE-56C8-FA40-787C-DC31EFE42036}"/>
              </a:ext>
            </a:extLst>
          </p:cNvPr>
          <p:cNvSpPr txBox="1"/>
          <p:nvPr/>
        </p:nvSpPr>
        <p:spPr>
          <a:xfrm>
            <a:off x="220131" y="4581241"/>
            <a:ext cx="52154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🔷 Progress Achieved Till Now</a:t>
            </a:r>
          </a:p>
          <a:p>
            <a:r>
              <a:rPr lang="en-US" dirty="0"/>
              <a:t>• Successfully connected ESP32 with RC522 module</a:t>
            </a:r>
            <a:br>
              <a:rPr lang="en-US" dirty="0"/>
            </a:br>
            <a:r>
              <a:rPr lang="en-US" dirty="0"/>
              <a:t>• RFID card reading and UID detection completed</a:t>
            </a:r>
            <a:br>
              <a:rPr lang="en-US" dirty="0"/>
            </a:br>
            <a:r>
              <a:rPr lang="en-US" dirty="0"/>
              <a:t>• Web dashboard for attendance tracking developed</a:t>
            </a:r>
            <a:br>
              <a:rPr lang="en-US" dirty="0"/>
            </a:br>
            <a:r>
              <a:rPr lang="en-US" dirty="0"/>
              <a:t>• Real-time data transfer implemented</a:t>
            </a:r>
          </a:p>
        </p:txBody>
      </p:sp>
    </p:spTree>
    <p:extLst>
      <p:ext uri="{BB962C8B-B14F-4D97-AF65-F5344CB8AC3E}">
        <p14:creationId xmlns:p14="http://schemas.microsoft.com/office/powerpoint/2010/main" val="384183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2144502" y="-37862"/>
            <a:ext cx="8132613" cy="5806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57" b="1" dirty="0">
                <a:latin typeface="Arial" pitchFamily="34" charset="0"/>
                <a:cs typeface="Arial" pitchFamily="34" charset="0"/>
              </a:rPr>
              <a:t>References (Sample to write proper references)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"/>
          </p:nvPr>
        </p:nvSpPr>
        <p:spPr>
          <a:xfrm>
            <a:off x="272715" y="687144"/>
            <a:ext cx="11742821" cy="6170856"/>
          </a:xfrm>
        </p:spPr>
        <p:txBody>
          <a:bodyPr>
            <a:noAutofit/>
          </a:bodyPr>
          <a:lstStyle/>
          <a:p>
            <a:r>
              <a:rPr lang="en-US" sz="2600" dirty="0"/>
              <a:t>Espressif Systems. </a:t>
            </a:r>
            <a:r>
              <a:rPr lang="en-US" sz="2600" i="1" dirty="0"/>
              <a:t>ESP32 Technical Reference Manual</a:t>
            </a:r>
            <a:r>
              <a:rPr lang="en-US" sz="2600" dirty="0"/>
              <a:t>. Espressif Systems, 2023. Available: https://www.espressif.com/en/support/documents/technical-documents</a:t>
            </a:r>
          </a:p>
          <a:p>
            <a:r>
              <a:rPr lang="en-US" sz="2600" dirty="0"/>
              <a:t>NXP Semiconductors. </a:t>
            </a:r>
            <a:r>
              <a:rPr lang="en-US" sz="2600" i="1" dirty="0"/>
              <a:t>MFRC522 Standard Performance MIFARE and NTAG Frontend</a:t>
            </a:r>
            <a:r>
              <a:rPr lang="en-US" sz="2600" dirty="0"/>
              <a:t>, Rev. 3.9. NXP, 2016. Available: https://www.nxp.com/docs/en/data-sheet/MFRC522.pdf</a:t>
            </a:r>
          </a:p>
          <a:p>
            <a:r>
              <a:rPr lang="en-US" sz="2600" dirty="0"/>
              <a:t>Google LLC. </a:t>
            </a:r>
            <a:r>
              <a:rPr lang="en-US" sz="2600" i="1" dirty="0"/>
              <a:t>Firebase Realtime Database Documentation</a:t>
            </a:r>
            <a:r>
              <a:rPr lang="en-US" sz="2600" dirty="0"/>
              <a:t>. Google Developers, 2024. Available: https://firebase.google.com/docs/database</a:t>
            </a:r>
          </a:p>
          <a:p>
            <a:r>
              <a:rPr lang="en-US" sz="2600" dirty="0"/>
              <a:t>K. Ashton, "That 'Internet of Things' Thing," </a:t>
            </a:r>
            <a:r>
              <a:rPr lang="en-US" sz="2600" i="1" dirty="0"/>
              <a:t>RFID Journal</a:t>
            </a:r>
            <a:r>
              <a:rPr lang="en-US" sz="2600" dirty="0"/>
              <a:t>, vol. 22, no. 7, pp. 97–114, 2009.</a:t>
            </a:r>
          </a:p>
          <a:p>
            <a:r>
              <a:rPr lang="en-US" sz="2600" dirty="0"/>
              <a:t>S. Sharma and A. Gupta, "IoT-Based Attendance Management System Using RFID and Cloud," </a:t>
            </a:r>
            <a:r>
              <a:rPr lang="en-US" sz="2600" i="1" dirty="0"/>
              <a:t>Int. Journal of Engineering Research &amp; Technology (IJERT)</a:t>
            </a:r>
            <a:r>
              <a:rPr lang="en-US" sz="2600" dirty="0"/>
              <a:t>, vol. 9, no. 6, 2020.</a:t>
            </a:r>
          </a:p>
          <a:p>
            <a:r>
              <a:rPr lang="en-US" sz="2600" dirty="0"/>
              <a:t>R. Patel et al., "Design and Implementation of RFID-Based Attendance System with Real-Time Database," </a:t>
            </a:r>
            <a:r>
              <a:rPr lang="en-US" sz="2600" i="1" dirty="0"/>
              <a:t>Proc. IEEE ICCUBEA</a:t>
            </a:r>
            <a:r>
              <a:rPr lang="en-US" sz="2600" dirty="0"/>
              <a:t>, Pune, 2021, pp. 1–5.</a:t>
            </a:r>
          </a:p>
          <a:p>
            <a:pPr algn="just">
              <a:lnSpc>
                <a:spcPct val="150000"/>
              </a:lnSpc>
              <a:spcBef>
                <a:spcPts val="635"/>
              </a:spcBef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35"/>
              </a:spcBef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635"/>
              </a:spcBef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635"/>
              </a:spcBef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C3B0A52-9DFB-44F1-9FC5-2E36131076EC}" type="slidenum">
              <a:rPr lang="en-US" smtClean="0"/>
              <a:pPr>
                <a:buNone/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294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123" y="1078523"/>
            <a:ext cx="11781692" cy="4513385"/>
          </a:xfrm>
          <a:prstGeom prst="rect">
            <a:avLst/>
          </a:prstGeom>
          <a:noFill/>
        </p:spPr>
        <p:txBody>
          <a:bodyPr wrap="none">
            <a:prstTxWarp prst="textChevronInverted">
              <a:avLst/>
            </a:prstTxWarp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buFont typeface="Times New Roman" pitchFamily="18" charset="0"/>
              <a:buNone/>
              <a:defRPr/>
            </a:pPr>
            <a:r>
              <a:rPr lang="en-US" sz="5715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8555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2536</TotalTime>
  <Words>857</Words>
  <Application>Microsoft Office PowerPoint</Application>
  <PresentationFormat>Widescreen</PresentationFormat>
  <Paragraphs>90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 RFID BASED SMART ATTENDENCE SYSTEM</vt:lpstr>
      <vt:lpstr>Outline of Presentation</vt:lpstr>
      <vt:lpstr>Project Description/Objective/Motivation</vt:lpstr>
      <vt:lpstr>Block Diagram and Circuit Description</vt:lpstr>
      <vt:lpstr>Technology and Components Used</vt:lpstr>
      <vt:lpstr>Differentiation/Uniqueness/Innovation of Project</vt:lpstr>
      <vt:lpstr>Impact and Feasibility of Product</vt:lpstr>
      <vt:lpstr>Conclusion and Future Scope  </vt:lpstr>
      <vt:lpstr>Upcoming Plan/Layout</vt:lpstr>
      <vt:lpstr>References (Sample to write proper references)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</dc:title>
  <dc:creator>FICE India</dc:creator>
  <cp:lastModifiedBy>Satyam Prajapati</cp:lastModifiedBy>
  <cp:revision>64</cp:revision>
  <dcterms:created xsi:type="dcterms:W3CDTF">2016-09-14T11:08:53Z</dcterms:created>
  <dcterms:modified xsi:type="dcterms:W3CDTF">2026-04-17T06:54:40Z</dcterms:modified>
</cp:coreProperties>
</file>